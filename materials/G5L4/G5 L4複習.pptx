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CD0993-EF5B-40DF-BE03-2ADCE21F38EB}" v="406" dt="2026-10-25T15:22:16.4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 Chen" userId="5ebad407b67d6c68" providerId="LiveId" clId="{5D6427D5-188E-4BC2-80EB-A3ABCD821366}"/>
    <pc:docChg chg="undo custSel addSld delSld modSld sldOrd">
      <pc:chgData name="wei Chen" userId="5ebad407b67d6c68" providerId="LiveId" clId="{5D6427D5-188E-4BC2-80EB-A3ABCD821366}" dt="2026-10-25T15:22:16.438" v="1714"/>
      <pc:docMkLst>
        <pc:docMk/>
      </pc:docMkLst>
      <pc:sldChg chg="addSp delSp modSp new mod setBg addAnim delAnim setClrOvrMap">
        <pc:chgData name="wei Chen" userId="5ebad407b67d6c68" providerId="LiveId" clId="{5D6427D5-188E-4BC2-80EB-A3ABCD821366}" dt="2026-10-21T21:11:17.449" v="1566" actId="26606"/>
        <pc:sldMkLst>
          <pc:docMk/>
          <pc:sldMk cId="4058310123" sldId="256"/>
        </pc:sldMkLst>
        <pc:spChg chg="mod">
          <ac:chgData name="wei Chen" userId="5ebad407b67d6c68" providerId="LiveId" clId="{5D6427D5-188E-4BC2-80EB-A3ABCD821366}" dt="2026-10-21T21:11:17.449" v="1566" actId="26606"/>
          <ac:spMkLst>
            <pc:docMk/>
            <pc:sldMk cId="4058310123" sldId="256"/>
            <ac:spMk id="2" creationId="{0034DFD0-F129-8A3C-8341-4A54045EEA46}"/>
          </ac:spMkLst>
        </pc:spChg>
        <pc:spChg chg="mod ord">
          <ac:chgData name="wei Chen" userId="5ebad407b67d6c68" providerId="LiveId" clId="{5D6427D5-188E-4BC2-80EB-A3ABCD821366}" dt="2026-10-21T21:11:17.449" v="1566" actId="26606"/>
          <ac:spMkLst>
            <pc:docMk/>
            <pc:sldMk cId="4058310123" sldId="256"/>
            <ac:spMk id="3" creationId="{872998C1-7990-D487-41BD-2D348BC38E62}"/>
          </ac:spMkLst>
        </pc:spChg>
        <pc:spChg chg="add">
          <ac:chgData name="wei Chen" userId="5ebad407b67d6c68" providerId="LiveId" clId="{5D6427D5-188E-4BC2-80EB-A3ABCD821366}" dt="2026-10-21T21:11:17.449" v="1566" actId="26606"/>
          <ac:spMkLst>
            <pc:docMk/>
            <pc:sldMk cId="4058310123" sldId="256"/>
            <ac:spMk id="17" creationId="{870A1295-61BC-4214-AA3E-D396673024D0}"/>
          </ac:spMkLst>
        </pc:spChg>
        <pc:grpChg chg="add">
          <ac:chgData name="wei Chen" userId="5ebad407b67d6c68" providerId="LiveId" clId="{5D6427D5-188E-4BC2-80EB-A3ABCD821366}" dt="2026-10-21T21:11:17.449" v="1566" actId="26606"/>
          <ac:grpSpMkLst>
            <pc:docMk/>
            <pc:sldMk cId="4058310123" sldId="256"/>
            <ac:grpSpMk id="18" creationId="{0B139475-2B26-4CA9-9413-DE741E49F7BB}"/>
          </ac:grpSpMkLst>
        </pc:grpChg>
        <pc:picChg chg="add mod ord">
          <ac:chgData name="wei Chen" userId="5ebad407b67d6c68" providerId="LiveId" clId="{5D6427D5-188E-4BC2-80EB-A3ABCD821366}" dt="2026-10-21T21:11:17.449" v="1566" actId="26606"/>
          <ac:picMkLst>
            <pc:docMk/>
            <pc:sldMk cId="4058310123" sldId="256"/>
            <ac:picMk id="5" creationId="{58F8A7D4-A53C-DE7C-A96C-978AAB164D54}"/>
          </ac:picMkLst>
        </pc:picChg>
      </pc:sldChg>
      <pc:sldChg chg="addSp delSp modSp new mod setBg">
        <pc:chgData name="wei Chen" userId="5ebad407b67d6c68" providerId="LiveId" clId="{5D6427D5-188E-4BC2-80EB-A3ABCD821366}" dt="2026-10-21T20:09:26.674" v="28" actId="26606"/>
        <pc:sldMkLst>
          <pc:docMk/>
          <pc:sldMk cId="1513866628" sldId="257"/>
        </pc:sldMkLst>
        <pc:spChg chg="add">
          <ac:chgData name="wei Chen" userId="5ebad407b67d6c68" providerId="LiveId" clId="{5D6427D5-188E-4BC2-80EB-A3ABCD821366}" dt="2026-10-21T20:09:26.674" v="28" actId="26606"/>
          <ac:spMkLst>
            <pc:docMk/>
            <pc:sldMk cId="1513866628" sldId="257"/>
            <ac:spMk id="18" creationId="{11BE3FA7-0D70-4431-814F-D8C40576EA93}"/>
          </ac:spMkLst>
        </pc:spChg>
        <pc:picChg chg="add mod ord">
          <ac:chgData name="wei Chen" userId="5ebad407b67d6c68" providerId="LiveId" clId="{5D6427D5-188E-4BC2-80EB-A3ABCD821366}" dt="2026-10-21T20:09:26.674" v="28" actId="26606"/>
          <ac:picMkLst>
            <pc:docMk/>
            <pc:sldMk cId="1513866628" sldId="257"/>
            <ac:picMk id="5" creationId="{74A902D8-78B9-1379-ACBF-A48FCAC8766B}"/>
          </ac:picMkLst>
        </pc:picChg>
        <pc:picChg chg="add mod ord">
          <ac:chgData name="wei Chen" userId="5ebad407b67d6c68" providerId="LiveId" clId="{5D6427D5-188E-4BC2-80EB-A3ABCD821366}" dt="2026-10-21T20:09:26.674" v="28" actId="26606"/>
          <ac:picMkLst>
            <pc:docMk/>
            <pc:sldMk cId="1513866628" sldId="257"/>
            <ac:picMk id="7" creationId="{F305FDEF-23AF-6512-B8AC-E4566261A439}"/>
          </ac:picMkLst>
        </pc:picChg>
      </pc:sldChg>
      <pc:sldChg chg="addSp delSp modSp new mod ord setBg addAnim">
        <pc:chgData name="wei Chen" userId="5ebad407b67d6c68" providerId="LiveId" clId="{5D6427D5-188E-4BC2-80EB-A3ABCD821366}" dt="2026-10-21T20:34:03.920" v="907" actId="113"/>
        <pc:sldMkLst>
          <pc:docMk/>
          <pc:sldMk cId="434453308" sldId="261"/>
        </pc:sldMkLst>
        <pc:spChg chg="mod">
          <ac:chgData name="wei Chen" userId="5ebad407b67d6c68" providerId="LiveId" clId="{5D6427D5-188E-4BC2-80EB-A3ABCD821366}" dt="2026-10-21T20:34:03.920" v="907" actId="113"/>
          <ac:spMkLst>
            <pc:docMk/>
            <pc:sldMk cId="434453308" sldId="261"/>
            <ac:spMk id="2" creationId="{F986779A-09DF-67FE-D0F4-7165538B125C}"/>
          </ac:spMkLst>
        </pc:spChg>
        <pc:spChg chg="add">
          <ac:chgData name="wei Chen" userId="5ebad407b67d6c68" providerId="LiveId" clId="{5D6427D5-188E-4BC2-80EB-A3ABCD821366}" dt="2026-10-21T20:20:41.699" v="148" actId="26606"/>
          <ac:spMkLst>
            <pc:docMk/>
            <pc:sldMk cId="434453308" sldId="261"/>
            <ac:spMk id="9" creationId="{B9D7E975-9161-4F2D-AC53-69E1912F6B5D}"/>
          </ac:spMkLst>
        </pc:spChg>
        <pc:spChg chg="add">
          <ac:chgData name="wei Chen" userId="5ebad407b67d6c68" providerId="LiveId" clId="{5D6427D5-188E-4BC2-80EB-A3ABCD821366}" dt="2026-10-21T20:20:41.699" v="148" actId="26606"/>
          <ac:spMkLst>
            <pc:docMk/>
            <pc:sldMk cId="434453308" sldId="261"/>
            <ac:spMk id="11" creationId="{827DC2C4-B485-428A-BF4A-472D2967F47F}"/>
          </ac:spMkLst>
        </pc:spChg>
        <pc:spChg chg="add">
          <ac:chgData name="wei Chen" userId="5ebad407b67d6c68" providerId="LiveId" clId="{5D6427D5-188E-4BC2-80EB-A3ABCD821366}" dt="2026-10-21T20:20:41.699" v="148" actId="26606"/>
          <ac:spMkLst>
            <pc:docMk/>
            <pc:sldMk cId="434453308" sldId="261"/>
            <ac:spMk id="13" creationId="{463E6235-1649-4B47-9862-4026FC473B6F}"/>
          </ac:spMkLst>
        </pc:spChg>
        <pc:picChg chg="add mod">
          <ac:chgData name="wei Chen" userId="5ebad407b67d6c68" providerId="LiveId" clId="{5D6427D5-188E-4BC2-80EB-A3ABCD821366}" dt="2026-10-21T20:20:41.699" v="148" actId="26606"/>
          <ac:picMkLst>
            <pc:docMk/>
            <pc:sldMk cId="434453308" sldId="261"/>
            <ac:picMk id="4" creationId="{B7FA620A-2BCB-94F3-E592-8CA84B5EC637}"/>
          </ac:picMkLst>
        </pc:picChg>
      </pc:sldChg>
      <pc:sldChg chg="addSp delSp modSp new mod setBg addAnim">
        <pc:chgData name="wei Chen" userId="5ebad407b67d6c68" providerId="LiveId" clId="{5D6427D5-188E-4BC2-80EB-A3ABCD821366}" dt="2026-10-21T20:36:54.432" v="958" actId="1076"/>
        <pc:sldMkLst>
          <pc:docMk/>
          <pc:sldMk cId="1937192048" sldId="262"/>
        </pc:sldMkLst>
        <pc:spChg chg="mod">
          <ac:chgData name="wei Chen" userId="5ebad407b67d6c68" providerId="LiveId" clId="{5D6427D5-188E-4BC2-80EB-A3ABCD821366}" dt="2026-10-21T20:36:54.432" v="958" actId="1076"/>
          <ac:spMkLst>
            <pc:docMk/>
            <pc:sldMk cId="1937192048" sldId="262"/>
            <ac:spMk id="2" creationId="{123AEC82-75F3-B098-DE5E-E8B77D3FE594}"/>
          </ac:spMkLst>
        </pc:spChg>
        <pc:spChg chg="add">
          <ac:chgData name="wei Chen" userId="5ebad407b67d6c68" providerId="LiveId" clId="{5D6427D5-188E-4BC2-80EB-A3ABCD821366}" dt="2026-10-21T20:20:32.207" v="142" actId="26606"/>
          <ac:spMkLst>
            <pc:docMk/>
            <pc:sldMk cId="1937192048" sldId="262"/>
            <ac:spMk id="9" creationId="{B9D7E975-9161-4F2D-AC53-69E1912F6B5D}"/>
          </ac:spMkLst>
        </pc:spChg>
        <pc:spChg chg="add">
          <ac:chgData name="wei Chen" userId="5ebad407b67d6c68" providerId="LiveId" clId="{5D6427D5-188E-4BC2-80EB-A3ABCD821366}" dt="2026-10-21T20:20:32.207" v="142" actId="26606"/>
          <ac:spMkLst>
            <pc:docMk/>
            <pc:sldMk cId="1937192048" sldId="262"/>
            <ac:spMk id="11" creationId="{827DC2C4-B485-428A-BF4A-472D2967F47F}"/>
          </ac:spMkLst>
        </pc:spChg>
        <pc:spChg chg="add">
          <ac:chgData name="wei Chen" userId="5ebad407b67d6c68" providerId="LiveId" clId="{5D6427D5-188E-4BC2-80EB-A3ABCD821366}" dt="2026-10-21T20:20:32.207" v="142" actId="26606"/>
          <ac:spMkLst>
            <pc:docMk/>
            <pc:sldMk cId="1937192048" sldId="262"/>
            <ac:spMk id="13" creationId="{463E6235-1649-4B47-9862-4026FC473B6F}"/>
          </ac:spMkLst>
        </pc:spChg>
        <pc:picChg chg="add mod">
          <ac:chgData name="wei Chen" userId="5ebad407b67d6c68" providerId="LiveId" clId="{5D6427D5-188E-4BC2-80EB-A3ABCD821366}" dt="2026-10-21T20:20:32.207" v="142" actId="26606"/>
          <ac:picMkLst>
            <pc:docMk/>
            <pc:sldMk cId="1937192048" sldId="262"/>
            <ac:picMk id="4" creationId="{1BA267A3-3002-D1C1-52A9-C5D138970B3D}"/>
          </ac:picMkLst>
        </pc:picChg>
      </pc:sldChg>
      <pc:sldChg chg="addSp delSp modSp new mod setBg addAnim delAnim">
        <pc:chgData name="wei Chen" userId="5ebad407b67d6c68" providerId="LiveId" clId="{5D6427D5-188E-4BC2-80EB-A3ABCD821366}" dt="2026-10-21T20:35:17.142" v="928" actId="113"/>
        <pc:sldMkLst>
          <pc:docMk/>
          <pc:sldMk cId="2538597847" sldId="263"/>
        </pc:sldMkLst>
        <pc:spChg chg="mod">
          <ac:chgData name="wei Chen" userId="5ebad407b67d6c68" providerId="LiveId" clId="{5D6427D5-188E-4BC2-80EB-A3ABCD821366}" dt="2026-10-21T20:35:17.142" v="928" actId="113"/>
          <ac:spMkLst>
            <pc:docMk/>
            <pc:sldMk cId="2538597847" sldId="263"/>
            <ac:spMk id="2" creationId="{D0D1A06A-141A-188C-7CFD-607D64B93AA5}"/>
          </ac:spMkLst>
        </pc:spChg>
        <pc:spChg chg="add">
          <ac:chgData name="wei Chen" userId="5ebad407b67d6c68" providerId="LiveId" clId="{5D6427D5-188E-4BC2-80EB-A3ABCD821366}" dt="2026-10-21T20:20:35.371" v="144" actId="26606"/>
          <ac:spMkLst>
            <pc:docMk/>
            <pc:sldMk cId="2538597847" sldId="263"/>
            <ac:spMk id="9" creationId="{B9D7E975-9161-4F2D-AC53-69E1912F6B5D}"/>
          </ac:spMkLst>
        </pc:spChg>
        <pc:spChg chg="add">
          <ac:chgData name="wei Chen" userId="5ebad407b67d6c68" providerId="LiveId" clId="{5D6427D5-188E-4BC2-80EB-A3ABCD821366}" dt="2026-10-21T20:20:35.371" v="144" actId="26606"/>
          <ac:spMkLst>
            <pc:docMk/>
            <pc:sldMk cId="2538597847" sldId="263"/>
            <ac:spMk id="11" creationId="{827DC2C4-B485-428A-BF4A-472D2967F47F}"/>
          </ac:spMkLst>
        </pc:spChg>
        <pc:spChg chg="add">
          <ac:chgData name="wei Chen" userId="5ebad407b67d6c68" providerId="LiveId" clId="{5D6427D5-188E-4BC2-80EB-A3ABCD821366}" dt="2026-10-21T20:20:35.371" v="144" actId="26606"/>
          <ac:spMkLst>
            <pc:docMk/>
            <pc:sldMk cId="2538597847" sldId="263"/>
            <ac:spMk id="13" creationId="{463E6235-1649-4B47-9862-4026FC473B6F}"/>
          </ac:spMkLst>
        </pc:spChg>
        <pc:picChg chg="add mod">
          <ac:chgData name="wei Chen" userId="5ebad407b67d6c68" providerId="LiveId" clId="{5D6427D5-188E-4BC2-80EB-A3ABCD821366}" dt="2026-10-21T20:20:35.371" v="144" actId="26606"/>
          <ac:picMkLst>
            <pc:docMk/>
            <pc:sldMk cId="2538597847" sldId="263"/>
            <ac:picMk id="4" creationId="{9A4F52AB-2A77-7EA9-6DB3-EF280EBA761B}"/>
          </ac:picMkLst>
        </pc:picChg>
      </pc:sldChg>
      <pc:sldChg chg="addSp delSp modSp new mod setBg addAnim">
        <pc:chgData name="wei Chen" userId="5ebad407b67d6c68" providerId="LiveId" clId="{5D6427D5-188E-4BC2-80EB-A3ABCD821366}" dt="2026-10-21T20:35:46.451" v="936" actId="1076"/>
        <pc:sldMkLst>
          <pc:docMk/>
          <pc:sldMk cId="2090497125" sldId="264"/>
        </pc:sldMkLst>
        <pc:spChg chg="mod">
          <ac:chgData name="wei Chen" userId="5ebad407b67d6c68" providerId="LiveId" clId="{5D6427D5-188E-4BC2-80EB-A3ABCD821366}" dt="2026-10-21T20:35:46.451" v="936" actId="1076"/>
          <ac:spMkLst>
            <pc:docMk/>
            <pc:sldMk cId="2090497125" sldId="264"/>
            <ac:spMk id="2" creationId="{3CEE6AB6-8AE1-21FB-B03F-410E0329E569}"/>
          </ac:spMkLst>
        </pc:spChg>
        <pc:spChg chg="add">
          <ac:chgData name="wei Chen" userId="5ebad407b67d6c68" providerId="LiveId" clId="{5D6427D5-188E-4BC2-80EB-A3ABCD821366}" dt="2026-10-21T20:20:18.376" v="140" actId="26606"/>
          <ac:spMkLst>
            <pc:docMk/>
            <pc:sldMk cId="2090497125" sldId="264"/>
            <ac:spMk id="9" creationId="{B9D7E975-9161-4F2D-AC53-69E1912F6B5D}"/>
          </ac:spMkLst>
        </pc:spChg>
        <pc:spChg chg="add">
          <ac:chgData name="wei Chen" userId="5ebad407b67d6c68" providerId="LiveId" clId="{5D6427D5-188E-4BC2-80EB-A3ABCD821366}" dt="2026-10-21T20:20:18.376" v="140" actId="26606"/>
          <ac:spMkLst>
            <pc:docMk/>
            <pc:sldMk cId="2090497125" sldId="264"/>
            <ac:spMk id="11" creationId="{827DC2C4-B485-428A-BF4A-472D2967F47F}"/>
          </ac:spMkLst>
        </pc:spChg>
        <pc:spChg chg="add">
          <ac:chgData name="wei Chen" userId="5ebad407b67d6c68" providerId="LiveId" clId="{5D6427D5-188E-4BC2-80EB-A3ABCD821366}" dt="2026-10-21T20:20:18.376" v="140" actId="26606"/>
          <ac:spMkLst>
            <pc:docMk/>
            <pc:sldMk cId="2090497125" sldId="264"/>
            <ac:spMk id="13" creationId="{463E6235-1649-4B47-9862-4026FC473B6F}"/>
          </ac:spMkLst>
        </pc:spChg>
        <pc:picChg chg="add mod">
          <ac:chgData name="wei Chen" userId="5ebad407b67d6c68" providerId="LiveId" clId="{5D6427D5-188E-4BC2-80EB-A3ABCD821366}" dt="2026-10-21T20:20:18.376" v="140" actId="26606"/>
          <ac:picMkLst>
            <pc:docMk/>
            <pc:sldMk cId="2090497125" sldId="264"/>
            <ac:picMk id="4" creationId="{5EAE6526-00D7-326A-7CDC-1E092DE26A8C}"/>
          </ac:picMkLst>
        </pc:picChg>
      </pc:sldChg>
      <pc:sldChg chg="addSp delSp modSp new mod setBg addAnim">
        <pc:chgData name="wei Chen" userId="5ebad407b67d6c68" providerId="LiveId" clId="{5D6427D5-188E-4BC2-80EB-A3ABCD821366}" dt="2026-10-21T20:36:27.631" v="951" actId="1076"/>
        <pc:sldMkLst>
          <pc:docMk/>
          <pc:sldMk cId="4242765358" sldId="265"/>
        </pc:sldMkLst>
        <pc:spChg chg="mod">
          <ac:chgData name="wei Chen" userId="5ebad407b67d6c68" providerId="LiveId" clId="{5D6427D5-188E-4BC2-80EB-A3ABCD821366}" dt="2026-10-21T20:36:27.631" v="951" actId="1076"/>
          <ac:spMkLst>
            <pc:docMk/>
            <pc:sldMk cId="4242765358" sldId="265"/>
            <ac:spMk id="2" creationId="{E1813CAA-12FE-7F14-67FE-F8932A41F624}"/>
          </ac:spMkLst>
        </pc:spChg>
        <pc:spChg chg="add">
          <ac:chgData name="wei Chen" userId="5ebad407b67d6c68" providerId="LiveId" clId="{5D6427D5-188E-4BC2-80EB-A3ABCD821366}" dt="2026-10-21T20:20:57.058" v="150" actId="26606"/>
          <ac:spMkLst>
            <pc:docMk/>
            <pc:sldMk cId="4242765358" sldId="265"/>
            <ac:spMk id="9" creationId="{B9D7E975-9161-4F2D-AC53-69E1912F6B5D}"/>
          </ac:spMkLst>
        </pc:spChg>
        <pc:spChg chg="add">
          <ac:chgData name="wei Chen" userId="5ebad407b67d6c68" providerId="LiveId" clId="{5D6427D5-188E-4BC2-80EB-A3ABCD821366}" dt="2026-10-21T20:20:57.058" v="150" actId="26606"/>
          <ac:spMkLst>
            <pc:docMk/>
            <pc:sldMk cId="4242765358" sldId="265"/>
            <ac:spMk id="11" creationId="{827DC2C4-B485-428A-BF4A-472D2967F47F}"/>
          </ac:spMkLst>
        </pc:spChg>
        <pc:spChg chg="add">
          <ac:chgData name="wei Chen" userId="5ebad407b67d6c68" providerId="LiveId" clId="{5D6427D5-188E-4BC2-80EB-A3ABCD821366}" dt="2026-10-21T20:20:57.058" v="150" actId="26606"/>
          <ac:spMkLst>
            <pc:docMk/>
            <pc:sldMk cId="4242765358" sldId="265"/>
            <ac:spMk id="13" creationId="{463E6235-1649-4B47-9862-4026FC473B6F}"/>
          </ac:spMkLst>
        </pc:spChg>
        <pc:picChg chg="add mod">
          <ac:chgData name="wei Chen" userId="5ebad407b67d6c68" providerId="LiveId" clId="{5D6427D5-188E-4BC2-80EB-A3ABCD821366}" dt="2026-10-21T20:20:57.058" v="150" actId="26606"/>
          <ac:picMkLst>
            <pc:docMk/>
            <pc:sldMk cId="4242765358" sldId="265"/>
            <ac:picMk id="4" creationId="{AB568FA7-D813-41A6-FF57-07BD5907B2F9}"/>
          </ac:picMkLst>
        </pc:picChg>
      </pc:sldChg>
      <pc:sldChg chg="addSp delSp modSp new mod">
        <pc:chgData name="wei Chen" userId="5ebad407b67d6c68" providerId="LiveId" clId="{5D6427D5-188E-4BC2-80EB-A3ABCD821366}" dt="2026-10-25T15:22:16.434" v="1690"/>
        <pc:sldMkLst>
          <pc:docMk/>
          <pc:sldMk cId="175945247" sldId="266"/>
        </pc:sldMkLst>
        <pc:spChg chg="mod">
          <ac:chgData name="wei Chen" userId="5ebad407b67d6c68" providerId="LiveId" clId="{5D6427D5-188E-4BC2-80EB-A3ABCD821366}" dt="2026-10-21T20:30:25.916" v="329" actId="20577"/>
          <ac:spMkLst>
            <pc:docMk/>
            <pc:sldMk cId="175945247" sldId="266"/>
            <ac:spMk id="2" creationId="{9C209FC2-1ECD-7166-CBED-50333669B73E}"/>
          </ac:spMkLst>
        </pc:spChg>
        <pc:spChg chg="add mod">
          <ac:chgData name="wei Chen" userId="5ebad407b67d6c68" providerId="LiveId" clId="{5D6427D5-188E-4BC2-80EB-A3ABCD821366}" dt="2026-10-21T20:27:02.549" v="294" actId="20577"/>
          <ac:spMkLst>
            <pc:docMk/>
            <pc:sldMk cId="175945247" sldId="266"/>
            <ac:spMk id="6" creationId="{4655955B-F5AE-4A3E-7DC6-0932CC3B5BB2}"/>
          </ac:spMkLst>
        </pc:spChg>
        <pc:spChg chg="add mod">
          <ac:chgData name="wei Chen" userId="5ebad407b67d6c68" providerId="LiveId" clId="{5D6427D5-188E-4BC2-80EB-A3ABCD821366}" dt="2026-10-21T20:27:06.901" v="295"/>
          <ac:spMkLst>
            <pc:docMk/>
            <pc:sldMk cId="175945247" sldId="266"/>
            <ac:spMk id="8" creationId="{077577EE-E916-C151-42EE-E12A27B3B9CB}"/>
          </ac:spMkLst>
        </pc:spChg>
        <pc:spChg chg="add mod">
          <ac:chgData name="wei Chen" userId="5ebad407b67d6c68" providerId="LiveId" clId="{5D6427D5-188E-4BC2-80EB-A3ABCD821366}" dt="2026-10-21T20:27:08.811" v="296"/>
          <ac:spMkLst>
            <pc:docMk/>
            <pc:sldMk cId="175945247" sldId="266"/>
            <ac:spMk id="10" creationId="{F9D3B673-5AEF-A7B1-A315-B047D248D245}"/>
          </ac:spMkLst>
        </pc:spChg>
        <pc:spChg chg="add mod">
          <ac:chgData name="wei Chen" userId="5ebad407b67d6c68" providerId="LiveId" clId="{5D6427D5-188E-4BC2-80EB-A3ABCD821366}" dt="2026-10-21T20:27:10.501" v="297"/>
          <ac:spMkLst>
            <pc:docMk/>
            <pc:sldMk cId="175945247" sldId="266"/>
            <ac:spMk id="12" creationId="{054FD3DA-9F71-B199-8F8B-E6B534BC5F1C}"/>
          </ac:spMkLst>
        </pc:spChg>
        <pc:spChg chg="add mod">
          <ac:chgData name="wei Chen" userId="5ebad407b67d6c68" providerId="LiveId" clId="{5D6427D5-188E-4BC2-80EB-A3ABCD821366}" dt="2026-10-21T20:27:12.508" v="298"/>
          <ac:spMkLst>
            <pc:docMk/>
            <pc:sldMk cId="175945247" sldId="266"/>
            <ac:spMk id="14" creationId="{B1655A8A-DE73-3374-D26A-67D3522CBC90}"/>
          </ac:spMkLst>
        </pc:spChg>
        <pc:spChg chg="add mod">
          <ac:chgData name="wei Chen" userId="5ebad407b67d6c68" providerId="LiveId" clId="{5D6427D5-188E-4BC2-80EB-A3ABCD821366}" dt="2026-10-25T15:22:16.432" v="1674"/>
          <ac:spMkLst>
            <pc:docMk/>
            <pc:sldMk cId="175945247" sldId="266"/>
            <ac:spMk id="16" creationId="{846A16FD-B0CA-460E-9FB8-27D63842C090}"/>
          </ac:spMkLst>
        </pc:spChg>
        <pc:spChg chg="add mod">
          <ac:chgData name="wei Chen" userId="5ebad407b67d6c68" providerId="LiveId" clId="{5D6427D5-188E-4BC2-80EB-A3ABCD821366}" dt="2026-10-25T15:22:16.432" v="1678"/>
          <ac:spMkLst>
            <pc:docMk/>
            <pc:sldMk cId="175945247" sldId="266"/>
            <ac:spMk id="18" creationId="{CF08B826-AA48-DCB6-34B2-EE6A303B40E2}"/>
          </ac:spMkLst>
        </pc:spChg>
        <pc:spChg chg="add mod">
          <ac:chgData name="wei Chen" userId="5ebad407b67d6c68" providerId="LiveId" clId="{5D6427D5-188E-4BC2-80EB-A3ABCD821366}" dt="2026-10-25T15:22:16.433" v="1682"/>
          <ac:spMkLst>
            <pc:docMk/>
            <pc:sldMk cId="175945247" sldId="266"/>
            <ac:spMk id="20" creationId="{7226CB68-2983-647A-FD2B-8B979F6132D8}"/>
          </ac:spMkLst>
        </pc:spChg>
        <pc:spChg chg="add mod">
          <ac:chgData name="wei Chen" userId="5ebad407b67d6c68" providerId="LiveId" clId="{5D6427D5-188E-4BC2-80EB-A3ABCD821366}" dt="2026-10-25T15:22:16.434" v="1686"/>
          <ac:spMkLst>
            <pc:docMk/>
            <pc:sldMk cId="175945247" sldId="266"/>
            <ac:spMk id="22" creationId="{3323A657-514B-1ADC-5817-33674F3748DF}"/>
          </ac:spMkLst>
        </pc:spChg>
        <pc:spChg chg="add mod">
          <ac:chgData name="wei Chen" userId="5ebad407b67d6c68" providerId="LiveId" clId="{5D6427D5-188E-4BC2-80EB-A3ABCD821366}" dt="2026-10-25T15:22:16.434" v="1690"/>
          <ac:spMkLst>
            <pc:docMk/>
            <pc:sldMk cId="175945247" sldId="266"/>
            <ac:spMk id="24" creationId="{FB79A797-4718-AC69-7FF2-C06C3B6CAFF0}"/>
          </ac:spMkLst>
        </pc:spChg>
      </pc:sldChg>
      <pc:sldChg chg="addSp delSp modSp new mod modAnim">
        <pc:chgData name="wei Chen" userId="5ebad407b67d6c68" providerId="LiveId" clId="{5D6427D5-188E-4BC2-80EB-A3ABCD821366}" dt="2026-10-25T15:22:16.438" v="1714"/>
        <pc:sldMkLst>
          <pc:docMk/>
          <pc:sldMk cId="1275685499" sldId="267"/>
        </pc:sldMkLst>
        <pc:spChg chg="add mod">
          <ac:chgData name="wei Chen" userId="5ebad407b67d6c68" providerId="LiveId" clId="{5D6427D5-188E-4BC2-80EB-A3ABCD821366}" dt="2026-10-25T15:22:16.435" v="1694"/>
          <ac:spMkLst>
            <pc:docMk/>
            <pc:sldMk cId="1275685499" sldId="267"/>
            <ac:spMk id="5" creationId="{74D4978B-3463-9908-0420-5A970CF774BF}"/>
          </ac:spMkLst>
        </pc:spChg>
        <pc:spChg chg="add mod">
          <ac:chgData name="wei Chen" userId="5ebad407b67d6c68" providerId="LiveId" clId="{5D6427D5-188E-4BC2-80EB-A3ABCD821366}" dt="2026-10-25T15:22:16.436" v="1698"/>
          <ac:spMkLst>
            <pc:docMk/>
            <pc:sldMk cId="1275685499" sldId="267"/>
            <ac:spMk id="7" creationId="{D3CE0936-B96E-3E68-7295-747BC96909E5}"/>
          </ac:spMkLst>
        </pc:spChg>
        <pc:spChg chg="add mod">
          <ac:chgData name="wei Chen" userId="5ebad407b67d6c68" providerId="LiveId" clId="{5D6427D5-188E-4BC2-80EB-A3ABCD821366}" dt="2026-10-25T15:22:16.436" v="1702"/>
          <ac:spMkLst>
            <pc:docMk/>
            <pc:sldMk cId="1275685499" sldId="267"/>
            <ac:spMk id="9" creationId="{7364458F-4B5D-3D67-EE77-03E8274957C2}"/>
          </ac:spMkLst>
        </pc:spChg>
        <pc:spChg chg="add mod">
          <ac:chgData name="wei Chen" userId="5ebad407b67d6c68" providerId="LiveId" clId="{5D6427D5-188E-4BC2-80EB-A3ABCD821366}" dt="2026-10-25T15:22:16.437" v="1706"/>
          <ac:spMkLst>
            <pc:docMk/>
            <pc:sldMk cId="1275685499" sldId="267"/>
            <ac:spMk id="11" creationId="{F053B147-672B-99BA-6134-A686309DDEE3}"/>
          </ac:spMkLst>
        </pc:spChg>
        <pc:spChg chg="add mod">
          <ac:chgData name="wei Chen" userId="5ebad407b67d6c68" providerId="LiveId" clId="{5D6427D5-188E-4BC2-80EB-A3ABCD821366}" dt="2026-10-25T15:22:16.437" v="1710"/>
          <ac:spMkLst>
            <pc:docMk/>
            <pc:sldMk cId="1275685499" sldId="267"/>
            <ac:spMk id="13" creationId="{68020E2B-AAC5-3315-A5F2-6E0853A0128A}"/>
          </ac:spMkLst>
        </pc:spChg>
        <pc:spChg chg="add mod">
          <ac:chgData name="wei Chen" userId="5ebad407b67d6c68" providerId="LiveId" clId="{5D6427D5-188E-4BC2-80EB-A3ABCD821366}" dt="2026-10-25T15:22:16.438" v="1714"/>
          <ac:spMkLst>
            <pc:docMk/>
            <pc:sldMk cId="1275685499" sldId="267"/>
            <ac:spMk id="15" creationId="{12D29C69-2D8A-26CD-7EC5-899E79CC61A1}"/>
          </ac:spMkLst>
        </pc:spChg>
        <pc:graphicFrameChg chg="add mod modGraphic">
          <ac:chgData name="wei Chen" userId="5ebad407b67d6c68" providerId="LiveId" clId="{5D6427D5-188E-4BC2-80EB-A3ABCD821366}" dt="2026-10-21T20:40:29.011" v="1257" actId="255"/>
          <ac:graphicFrameMkLst>
            <pc:docMk/>
            <pc:sldMk cId="1275685499" sldId="267"/>
            <ac:graphicFrameMk id="4" creationId="{651171EE-2026-C6AB-3636-2CF2CA79B640}"/>
          </ac:graphicFrameMkLst>
        </pc:graphicFrameChg>
      </pc:sldChg>
      <pc:sldChg chg="addSp modSp new mod setBg">
        <pc:chgData name="wei Chen" userId="5ebad407b67d6c68" providerId="LiveId" clId="{5D6427D5-188E-4BC2-80EB-A3ABCD821366}" dt="2026-10-21T21:09:18.089" v="1501"/>
        <pc:sldMkLst>
          <pc:docMk/>
          <pc:sldMk cId="3977041811" sldId="268"/>
        </pc:sldMkLst>
        <pc:spChg chg="mod">
          <ac:chgData name="wei Chen" userId="5ebad407b67d6c68" providerId="LiveId" clId="{5D6427D5-188E-4BC2-80EB-A3ABCD821366}" dt="2026-10-21T20:51:33.253" v="1449" actId="2711"/>
          <ac:spMkLst>
            <pc:docMk/>
            <pc:sldMk cId="3977041811" sldId="268"/>
            <ac:spMk id="2" creationId="{5B79A53C-3D30-EF0F-0C5F-9F7132355A43}"/>
          </ac:spMkLst>
        </pc:spChg>
        <pc:spChg chg="mod">
          <ac:chgData name="wei Chen" userId="5ebad407b67d6c68" providerId="LiveId" clId="{5D6427D5-188E-4BC2-80EB-A3ABCD821366}" dt="2026-10-21T21:09:18.089" v="1501"/>
          <ac:spMkLst>
            <pc:docMk/>
            <pc:sldMk cId="3977041811" sldId="268"/>
            <ac:spMk id="3" creationId="{CEFCF001-7DC0-8ACE-FDEB-10A3D977EAE2}"/>
          </ac:spMkLst>
        </pc:spChg>
        <pc:spChg chg="add">
          <ac:chgData name="wei Chen" userId="5ebad407b67d6c68" providerId="LiveId" clId="{5D6427D5-188E-4BC2-80EB-A3ABCD821366}" dt="2026-10-21T20:48:09.795" v="1356" actId="26606"/>
          <ac:spMkLst>
            <pc:docMk/>
            <pc:sldMk cId="3977041811" sldId="268"/>
            <ac:spMk id="9" creationId="{F13C74B1-5B17-4795-BED0-7140497B445A}"/>
          </ac:spMkLst>
        </pc:spChg>
        <pc:spChg chg="add">
          <ac:chgData name="wei Chen" userId="5ebad407b67d6c68" providerId="LiveId" clId="{5D6427D5-188E-4BC2-80EB-A3ABCD821366}" dt="2026-10-21T20:48:09.795" v="1356" actId="26606"/>
          <ac:spMkLst>
            <pc:docMk/>
            <pc:sldMk cId="3977041811" sldId="268"/>
            <ac:spMk id="11" creationId="{D4974D33-8DC5-464E-8C6D-BE58F0669C17}"/>
          </ac:spMkLst>
        </pc:spChg>
        <pc:picChg chg="add mod">
          <ac:chgData name="wei Chen" userId="5ebad407b67d6c68" providerId="LiveId" clId="{5D6427D5-188E-4BC2-80EB-A3ABCD821366}" dt="2026-10-21T20:48:09.795" v="1356" actId="26606"/>
          <ac:picMkLst>
            <pc:docMk/>
            <pc:sldMk cId="3977041811" sldId="268"/>
            <ac:picMk id="4" creationId="{76EB4D5A-262A-2A94-027C-AEA586B4A2E7}"/>
          </ac:picMkLst>
        </pc:picChg>
      </pc:sldChg>
      <pc:sldChg chg="addSp delSp modSp new mod setBg">
        <pc:chgData name="wei Chen" userId="5ebad407b67d6c68" providerId="LiveId" clId="{5D6427D5-188E-4BC2-80EB-A3ABCD821366}" dt="2026-10-21T21:09:13.097" v="1499"/>
        <pc:sldMkLst>
          <pc:docMk/>
          <pc:sldMk cId="2191351222" sldId="269"/>
        </pc:sldMkLst>
        <pc:spChg chg="mod">
          <ac:chgData name="wei Chen" userId="5ebad407b67d6c68" providerId="LiveId" clId="{5D6427D5-188E-4BC2-80EB-A3ABCD821366}" dt="2026-10-21T20:51:53.662" v="1450" actId="2711"/>
          <ac:spMkLst>
            <pc:docMk/>
            <pc:sldMk cId="2191351222" sldId="269"/>
            <ac:spMk id="2" creationId="{FF6C527D-6A51-46F0-0C07-7FF196498668}"/>
          </ac:spMkLst>
        </pc:spChg>
        <pc:spChg chg="mod">
          <ac:chgData name="wei Chen" userId="5ebad407b67d6c68" providerId="LiveId" clId="{5D6427D5-188E-4BC2-80EB-A3ABCD821366}" dt="2026-10-21T21:09:13.097" v="1499"/>
          <ac:spMkLst>
            <pc:docMk/>
            <pc:sldMk cId="2191351222" sldId="269"/>
            <ac:spMk id="3" creationId="{9FA10A76-3D34-B562-7E15-D6D52274745C}"/>
          </ac:spMkLst>
        </pc:spChg>
        <pc:spChg chg="add">
          <ac:chgData name="wei Chen" userId="5ebad407b67d6c68" providerId="LiveId" clId="{5D6427D5-188E-4BC2-80EB-A3ABCD821366}" dt="2026-10-21T20:50:29.932" v="1433" actId="26606"/>
          <ac:spMkLst>
            <pc:docMk/>
            <pc:sldMk cId="2191351222" sldId="269"/>
            <ac:spMk id="86" creationId="{45D37F4E-DDB4-456B-97E0-9937730A039F}"/>
          </ac:spMkLst>
        </pc:spChg>
        <pc:spChg chg="add">
          <ac:chgData name="wei Chen" userId="5ebad407b67d6c68" providerId="LiveId" clId="{5D6427D5-188E-4BC2-80EB-A3ABCD821366}" dt="2026-10-21T20:50:29.932" v="1433" actId="26606"/>
          <ac:spMkLst>
            <pc:docMk/>
            <pc:sldMk cId="2191351222" sldId="269"/>
            <ac:spMk id="87" creationId="{B2DD41CD-8F47-4F56-AD12-4E2FF7696987}"/>
          </ac:spMkLst>
        </pc:spChg>
        <pc:picChg chg="add mod ord">
          <ac:chgData name="wei Chen" userId="5ebad407b67d6c68" providerId="LiveId" clId="{5D6427D5-188E-4BC2-80EB-A3ABCD821366}" dt="2026-10-21T20:50:29.932" v="1433" actId="26606"/>
          <ac:picMkLst>
            <pc:docMk/>
            <pc:sldMk cId="2191351222" sldId="269"/>
            <ac:picMk id="4" creationId="{30613600-157B-7209-3A95-97438678BECD}"/>
          </ac:picMkLst>
        </pc:picChg>
      </pc:sldChg>
      <pc:sldChg chg="addSp delSp modSp new mod setBg">
        <pc:chgData name="wei Chen" userId="5ebad407b67d6c68" providerId="LiveId" clId="{5D6427D5-188E-4BC2-80EB-A3ABCD821366}" dt="2026-10-21T20:52:46.287" v="1463" actId="1076"/>
        <pc:sldMkLst>
          <pc:docMk/>
          <pc:sldMk cId="151456803" sldId="270"/>
        </pc:sldMkLst>
        <pc:spChg chg="mod">
          <ac:chgData name="wei Chen" userId="5ebad407b67d6c68" providerId="LiveId" clId="{5D6427D5-188E-4BC2-80EB-A3ABCD821366}" dt="2026-10-21T20:52:17.357" v="1456" actId="26606"/>
          <ac:spMkLst>
            <pc:docMk/>
            <pc:sldMk cId="151456803" sldId="270"/>
            <ac:spMk id="2" creationId="{E659C106-626E-9734-A879-40C1C9DB07FE}"/>
          </ac:spMkLst>
        </pc:spChg>
        <pc:spChg chg="mod">
          <ac:chgData name="wei Chen" userId="5ebad407b67d6c68" providerId="LiveId" clId="{5D6427D5-188E-4BC2-80EB-A3ABCD821366}" dt="2026-10-21T20:52:46.287" v="1463" actId="1076"/>
          <ac:spMkLst>
            <pc:docMk/>
            <pc:sldMk cId="151456803" sldId="270"/>
            <ac:spMk id="3" creationId="{9B5AB394-FBB9-EA52-850E-2F41CAC86560}"/>
          </ac:spMkLst>
        </pc:spChg>
        <pc:spChg chg="add">
          <ac:chgData name="wei Chen" userId="5ebad407b67d6c68" providerId="LiveId" clId="{5D6427D5-188E-4BC2-80EB-A3ABCD821366}" dt="2026-10-21T20:52:17.357" v="1456" actId="26606"/>
          <ac:spMkLst>
            <pc:docMk/>
            <pc:sldMk cId="151456803" sldId="270"/>
            <ac:spMk id="16" creationId="{45D37F4E-DDB4-456B-97E0-9937730A039F}"/>
          </ac:spMkLst>
        </pc:spChg>
        <pc:spChg chg="add">
          <ac:chgData name="wei Chen" userId="5ebad407b67d6c68" providerId="LiveId" clId="{5D6427D5-188E-4BC2-80EB-A3ABCD821366}" dt="2026-10-21T20:52:17.357" v="1456" actId="26606"/>
          <ac:spMkLst>
            <pc:docMk/>
            <pc:sldMk cId="151456803" sldId="270"/>
            <ac:spMk id="18" creationId="{B2DD41CD-8F47-4F56-AD12-4E2FF7696987}"/>
          </ac:spMkLst>
        </pc:spChg>
        <pc:picChg chg="add mod">
          <ac:chgData name="wei Chen" userId="5ebad407b67d6c68" providerId="LiveId" clId="{5D6427D5-188E-4BC2-80EB-A3ABCD821366}" dt="2026-10-21T20:52:17.357" v="1456" actId="26606"/>
          <ac:picMkLst>
            <pc:docMk/>
            <pc:sldMk cId="151456803" sldId="270"/>
            <ac:picMk id="4" creationId="{27D89D7C-C07D-966E-9F94-365201D23433}"/>
          </ac:picMkLst>
        </pc:picChg>
      </pc:sldChg>
      <pc:sldChg chg="addSp modSp new mod setBg">
        <pc:chgData name="wei Chen" userId="5ebad407b67d6c68" providerId="LiveId" clId="{5D6427D5-188E-4BC2-80EB-A3ABCD821366}" dt="2026-10-21T20:53:27.949" v="1483" actId="20577"/>
        <pc:sldMkLst>
          <pc:docMk/>
          <pc:sldMk cId="1850766908" sldId="271"/>
        </pc:sldMkLst>
        <pc:spChg chg="mod">
          <ac:chgData name="wei Chen" userId="5ebad407b67d6c68" providerId="LiveId" clId="{5D6427D5-188E-4BC2-80EB-A3ABCD821366}" dt="2026-10-21T20:52:59.731" v="1467" actId="20577"/>
          <ac:spMkLst>
            <pc:docMk/>
            <pc:sldMk cId="1850766908" sldId="271"/>
            <ac:spMk id="2" creationId="{2A84030A-E187-3689-DF63-CDACFA982DD9}"/>
          </ac:spMkLst>
        </pc:spChg>
        <pc:spChg chg="mod">
          <ac:chgData name="wei Chen" userId="5ebad407b67d6c68" providerId="LiveId" clId="{5D6427D5-188E-4BC2-80EB-A3ABCD821366}" dt="2026-10-21T20:53:27.949" v="1483" actId="20577"/>
          <ac:spMkLst>
            <pc:docMk/>
            <pc:sldMk cId="1850766908" sldId="271"/>
            <ac:spMk id="3" creationId="{8C8995C5-C29E-15E0-782B-6837DD44AF60}"/>
          </ac:spMkLst>
        </pc:spChg>
        <pc:spChg chg="add">
          <ac:chgData name="wei Chen" userId="5ebad407b67d6c68" providerId="LiveId" clId="{5D6427D5-188E-4BC2-80EB-A3ABCD821366}" dt="2026-10-21T20:47:58.428" v="1353" actId="26606"/>
          <ac:spMkLst>
            <pc:docMk/>
            <pc:sldMk cId="1850766908" sldId="271"/>
            <ac:spMk id="9" creationId="{F13C74B1-5B17-4795-BED0-7140497B445A}"/>
          </ac:spMkLst>
        </pc:spChg>
        <pc:spChg chg="add">
          <ac:chgData name="wei Chen" userId="5ebad407b67d6c68" providerId="LiveId" clId="{5D6427D5-188E-4BC2-80EB-A3ABCD821366}" dt="2026-10-21T20:47:58.428" v="1353" actId="26606"/>
          <ac:spMkLst>
            <pc:docMk/>
            <pc:sldMk cId="1850766908" sldId="271"/>
            <ac:spMk id="11" creationId="{D4974D33-8DC5-464E-8C6D-BE58F0669C17}"/>
          </ac:spMkLst>
        </pc:spChg>
        <pc:picChg chg="add mod">
          <ac:chgData name="wei Chen" userId="5ebad407b67d6c68" providerId="LiveId" clId="{5D6427D5-188E-4BC2-80EB-A3ABCD821366}" dt="2026-10-21T20:47:58.428" v="1353" actId="26606"/>
          <ac:picMkLst>
            <pc:docMk/>
            <pc:sldMk cId="1850766908" sldId="271"/>
            <ac:picMk id="4" creationId="{53F9C0DD-EDF9-B999-3C90-5611D99E2B6E}"/>
          </ac:picMkLst>
        </pc:picChg>
      </pc:sldChg>
      <pc:sldChg chg="addSp modSp new mod setBg">
        <pc:chgData name="wei Chen" userId="5ebad407b67d6c68" providerId="LiveId" clId="{5D6427D5-188E-4BC2-80EB-A3ABCD821366}" dt="2026-10-21T20:47:00.857" v="1343" actId="27636"/>
        <pc:sldMkLst>
          <pc:docMk/>
          <pc:sldMk cId="3635295208" sldId="272"/>
        </pc:sldMkLst>
        <pc:spChg chg="mod">
          <ac:chgData name="wei Chen" userId="5ebad407b67d6c68" providerId="LiveId" clId="{5D6427D5-188E-4BC2-80EB-A3ABCD821366}" dt="2026-10-21T20:47:00.857" v="1343" actId="27636"/>
          <ac:spMkLst>
            <pc:docMk/>
            <pc:sldMk cId="3635295208" sldId="272"/>
            <ac:spMk id="2" creationId="{E0AFF338-A1CA-7483-6FF7-3A3CC71DC0A7}"/>
          </ac:spMkLst>
        </pc:spChg>
        <pc:spChg chg="mod">
          <ac:chgData name="wei Chen" userId="5ebad407b67d6c68" providerId="LiveId" clId="{5D6427D5-188E-4BC2-80EB-A3ABCD821366}" dt="2026-10-21T20:46:57.971" v="1341" actId="2711"/>
          <ac:spMkLst>
            <pc:docMk/>
            <pc:sldMk cId="3635295208" sldId="272"/>
            <ac:spMk id="3" creationId="{EBE9CE06-6850-0B30-8B73-B0C5FB3273B0}"/>
          </ac:spMkLst>
        </pc:spChg>
        <pc:spChg chg="add">
          <ac:chgData name="wei Chen" userId="5ebad407b67d6c68" providerId="LiveId" clId="{5D6427D5-188E-4BC2-80EB-A3ABCD821366}" dt="2026-10-21T20:46:49.079" v="1340" actId="26606"/>
          <ac:spMkLst>
            <pc:docMk/>
            <pc:sldMk cId="3635295208" sldId="272"/>
            <ac:spMk id="10" creationId="{F13C74B1-5B17-4795-BED0-7140497B445A}"/>
          </ac:spMkLst>
        </pc:spChg>
        <pc:spChg chg="add">
          <ac:chgData name="wei Chen" userId="5ebad407b67d6c68" providerId="LiveId" clId="{5D6427D5-188E-4BC2-80EB-A3ABCD821366}" dt="2026-10-21T20:46:49.079" v="1340" actId="26606"/>
          <ac:spMkLst>
            <pc:docMk/>
            <pc:sldMk cId="3635295208" sldId="272"/>
            <ac:spMk id="12" creationId="{D4974D33-8DC5-464E-8C6D-BE58F0669C17}"/>
          </ac:spMkLst>
        </pc:spChg>
        <pc:picChg chg="add mod">
          <ac:chgData name="wei Chen" userId="5ebad407b67d6c68" providerId="LiveId" clId="{5D6427D5-188E-4BC2-80EB-A3ABCD821366}" dt="2026-10-21T20:46:49.079" v="1340" actId="26606"/>
          <ac:picMkLst>
            <pc:docMk/>
            <pc:sldMk cId="3635295208" sldId="272"/>
            <ac:picMk id="5" creationId="{5C0B399E-3D56-7679-4EF2-6166CAC5E7C3}"/>
          </ac:picMkLst>
        </pc:picChg>
      </pc:sldChg>
      <pc:sldChg chg="addSp modSp new mod setBg">
        <pc:chgData name="wei Chen" userId="5ebad407b67d6c68" providerId="LiveId" clId="{5D6427D5-188E-4BC2-80EB-A3ABCD821366}" dt="2026-10-21T20:54:05.615" v="1494" actId="14100"/>
        <pc:sldMkLst>
          <pc:docMk/>
          <pc:sldMk cId="3348456558" sldId="273"/>
        </pc:sldMkLst>
        <pc:spChg chg="mod">
          <ac:chgData name="wei Chen" userId="5ebad407b67d6c68" providerId="LiveId" clId="{5D6427D5-188E-4BC2-80EB-A3ABCD821366}" dt="2026-10-21T20:53:51.044" v="1491" actId="20577"/>
          <ac:spMkLst>
            <pc:docMk/>
            <pc:sldMk cId="3348456558" sldId="273"/>
            <ac:spMk id="2" creationId="{878FDFF8-4570-0B59-5419-290242C736A4}"/>
          </ac:spMkLst>
        </pc:spChg>
        <pc:spChg chg="mod">
          <ac:chgData name="wei Chen" userId="5ebad407b67d6c68" providerId="LiveId" clId="{5D6427D5-188E-4BC2-80EB-A3ABCD821366}" dt="2026-10-21T20:54:05.615" v="1494" actId="14100"/>
          <ac:spMkLst>
            <pc:docMk/>
            <pc:sldMk cId="3348456558" sldId="273"/>
            <ac:spMk id="3" creationId="{1ABA6E99-2D38-E308-E04C-7FE5D0B8A3CB}"/>
          </ac:spMkLst>
        </pc:spChg>
        <pc:spChg chg="add">
          <ac:chgData name="wei Chen" userId="5ebad407b67d6c68" providerId="LiveId" clId="{5D6427D5-188E-4BC2-80EB-A3ABCD821366}" dt="2026-10-21T20:47:53.143" v="1352" actId="26606"/>
          <ac:spMkLst>
            <pc:docMk/>
            <pc:sldMk cId="3348456558" sldId="273"/>
            <ac:spMk id="9" creationId="{F13C74B1-5B17-4795-BED0-7140497B445A}"/>
          </ac:spMkLst>
        </pc:spChg>
        <pc:spChg chg="add">
          <ac:chgData name="wei Chen" userId="5ebad407b67d6c68" providerId="LiveId" clId="{5D6427D5-188E-4BC2-80EB-A3ABCD821366}" dt="2026-10-21T20:47:53.143" v="1352" actId="26606"/>
          <ac:spMkLst>
            <pc:docMk/>
            <pc:sldMk cId="3348456558" sldId="273"/>
            <ac:spMk id="11" creationId="{D4974D33-8DC5-464E-8C6D-BE58F0669C17}"/>
          </ac:spMkLst>
        </pc:spChg>
        <pc:picChg chg="add mod">
          <ac:chgData name="wei Chen" userId="5ebad407b67d6c68" providerId="LiveId" clId="{5D6427D5-188E-4BC2-80EB-A3ABCD821366}" dt="2026-10-21T20:47:53.143" v="1352" actId="26606"/>
          <ac:picMkLst>
            <pc:docMk/>
            <pc:sldMk cId="3348456558" sldId="273"/>
            <ac:picMk id="4" creationId="{3C5E4605-3974-88C0-F6D8-C085C4F253BD}"/>
          </ac:picMkLst>
        </pc:picChg>
      </pc:sldChg>
    </pc:docChg>
  </pc:docChgLst>
  <pc:docChgLst>
    <pc:chgData name="wei Chen" userId="5ebad407b67d6c68" providerId="LiveId" clId="{6C5E699C-FA7F-42E4-ADCD-53803454A2AE}"/>
    <pc:docChg chg="undo custSel modSld">
      <pc:chgData name="wei Chen" userId="5ebad407b67d6c68" providerId="LiveId" clId="{6C5E699C-FA7F-42E4-ADCD-53803454A2AE}" dt="2026-10-22T08:44:10.606" v="452" actId="1076"/>
      <pc:docMkLst>
        <pc:docMk/>
      </pc:docMkLst>
      <pc:sldChg chg="modSp mod">
        <pc:chgData name="wei Chen" userId="5ebad407b67d6c68" providerId="LiveId" clId="{6C5E699C-FA7F-42E4-ADCD-53803454A2AE}" dt="2026-10-22T07:12:33.929" v="411"/>
        <pc:sldMkLst>
          <pc:docMk/>
          <pc:sldMk cId="175945247" sldId="266"/>
        </pc:sldMkLst>
        <pc:spChg chg="mod">
          <ac:chgData name="wei Chen" userId="5ebad407b67d6c68" providerId="LiveId" clId="{6C5E699C-FA7F-42E4-ADCD-53803454A2AE}" dt="2026-10-22T07:12:33.927" v="395"/>
          <ac:spMkLst>
            <pc:docMk/>
            <pc:sldMk cId="175945247" sldId="266"/>
            <ac:spMk id="16" creationId="{846A16FD-B0CA-460E-9FB8-27D63842C090}"/>
          </ac:spMkLst>
        </pc:spChg>
        <pc:spChg chg="mod">
          <ac:chgData name="wei Chen" userId="5ebad407b67d6c68" providerId="LiveId" clId="{6C5E699C-FA7F-42E4-ADCD-53803454A2AE}" dt="2026-10-22T07:12:33.928" v="399"/>
          <ac:spMkLst>
            <pc:docMk/>
            <pc:sldMk cId="175945247" sldId="266"/>
            <ac:spMk id="18" creationId="{CF08B826-AA48-DCB6-34B2-EE6A303B40E2}"/>
          </ac:spMkLst>
        </pc:spChg>
        <pc:spChg chg="mod">
          <ac:chgData name="wei Chen" userId="5ebad407b67d6c68" providerId="LiveId" clId="{6C5E699C-FA7F-42E4-ADCD-53803454A2AE}" dt="2026-10-22T07:12:33.928" v="403"/>
          <ac:spMkLst>
            <pc:docMk/>
            <pc:sldMk cId="175945247" sldId="266"/>
            <ac:spMk id="20" creationId="{7226CB68-2983-647A-FD2B-8B979F6132D8}"/>
          </ac:spMkLst>
        </pc:spChg>
        <pc:spChg chg="mod">
          <ac:chgData name="wei Chen" userId="5ebad407b67d6c68" providerId="LiveId" clId="{6C5E699C-FA7F-42E4-ADCD-53803454A2AE}" dt="2026-10-22T07:12:33.929" v="407"/>
          <ac:spMkLst>
            <pc:docMk/>
            <pc:sldMk cId="175945247" sldId="266"/>
            <ac:spMk id="22" creationId="{3323A657-514B-1ADC-5817-33674F3748DF}"/>
          </ac:spMkLst>
        </pc:spChg>
        <pc:spChg chg="mod">
          <ac:chgData name="wei Chen" userId="5ebad407b67d6c68" providerId="LiveId" clId="{6C5E699C-FA7F-42E4-ADCD-53803454A2AE}" dt="2026-10-22T07:12:33.929" v="411"/>
          <ac:spMkLst>
            <pc:docMk/>
            <pc:sldMk cId="175945247" sldId="266"/>
            <ac:spMk id="24" creationId="{FB79A797-4718-AC69-7FF2-C06C3B6CAFF0}"/>
          </ac:spMkLst>
        </pc:spChg>
      </pc:sldChg>
      <pc:sldChg chg="modSp mod">
        <pc:chgData name="wei Chen" userId="5ebad407b67d6c68" providerId="LiveId" clId="{6C5E699C-FA7F-42E4-ADCD-53803454A2AE}" dt="2026-10-22T08:44:10.606" v="452" actId="1076"/>
        <pc:sldMkLst>
          <pc:docMk/>
          <pc:sldMk cId="1275685499" sldId="267"/>
        </pc:sldMkLst>
        <pc:spChg chg="mod">
          <ac:chgData name="wei Chen" userId="5ebad407b67d6c68" providerId="LiveId" clId="{6C5E699C-FA7F-42E4-ADCD-53803454A2AE}" dt="2026-10-22T08:44:07.345" v="451" actId="1076"/>
          <ac:spMkLst>
            <pc:docMk/>
            <pc:sldMk cId="1275685499" sldId="267"/>
            <ac:spMk id="5" creationId="{74D4978B-3463-9908-0420-5A970CF774BF}"/>
          </ac:spMkLst>
        </pc:spChg>
        <pc:spChg chg="mod">
          <ac:chgData name="wei Chen" userId="5ebad407b67d6c68" providerId="LiveId" clId="{6C5E699C-FA7F-42E4-ADCD-53803454A2AE}" dt="2026-10-22T07:12:33.931" v="419"/>
          <ac:spMkLst>
            <pc:docMk/>
            <pc:sldMk cId="1275685499" sldId="267"/>
            <ac:spMk id="7" creationId="{D3CE0936-B96E-3E68-7295-747BC96909E5}"/>
          </ac:spMkLst>
        </pc:spChg>
        <pc:spChg chg="mod">
          <ac:chgData name="wei Chen" userId="5ebad407b67d6c68" providerId="LiveId" clId="{6C5E699C-FA7F-42E4-ADCD-53803454A2AE}" dt="2026-10-22T08:44:10.606" v="452" actId="1076"/>
          <ac:spMkLst>
            <pc:docMk/>
            <pc:sldMk cId="1275685499" sldId="267"/>
            <ac:spMk id="9" creationId="{7364458F-4B5D-3D67-EE77-03E8274957C2}"/>
          </ac:spMkLst>
        </pc:spChg>
        <pc:spChg chg="mod">
          <ac:chgData name="wei Chen" userId="5ebad407b67d6c68" providerId="LiveId" clId="{6C5E699C-FA7F-42E4-ADCD-53803454A2AE}" dt="2026-10-22T07:12:33.932" v="427"/>
          <ac:spMkLst>
            <pc:docMk/>
            <pc:sldMk cId="1275685499" sldId="267"/>
            <ac:spMk id="11" creationId="{F053B147-672B-99BA-6134-A686309DDEE3}"/>
          </ac:spMkLst>
        </pc:spChg>
        <pc:spChg chg="mod">
          <ac:chgData name="wei Chen" userId="5ebad407b67d6c68" providerId="LiveId" clId="{6C5E699C-FA7F-42E4-ADCD-53803454A2AE}" dt="2026-10-22T07:12:33.933" v="431"/>
          <ac:spMkLst>
            <pc:docMk/>
            <pc:sldMk cId="1275685499" sldId="267"/>
            <ac:spMk id="13" creationId="{68020E2B-AAC5-3315-A5F2-6E0853A0128A}"/>
          </ac:spMkLst>
        </pc:spChg>
        <pc:spChg chg="mod">
          <ac:chgData name="wei Chen" userId="5ebad407b67d6c68" providerId="LiveId" clId="{6C5E699C-FA7F-42E4-ADCD-53803454A2AE}" dt="2026-10-22T07:12:33.933" v="435"/>
          <ac:spMkLst>
            <pc:docMk/>
            <pc:sldMk cId="1275685499" sldId="267"/>
            <ac:spMk id="15" creationId="{12D29C69-2D8A-26CD-7EC5-899E79CC61A1}"/>
          </ac:spMkLst>
        </pc:spChg>
        <pc:graphicFrameChg chg="modGraphic">
          <ac:chgData name="wei Chen" userId="5ebad407b67d6c68" providerId="LiveId" clId="{6C5E699C-FA7F-42E4-ADCD-53803454A2AE}" dt="2026-10-22T07:03:03.264" v="328" actId="20577"/>
          <ac:graphicFrameMkLst>
            <pc:docMk/>
            <pc:sldMk cId="1275685499" sldId="267"/>
            <ac:graphicFrameMk id="4" creationId="{651171EE-2026-C6AB-3636-2CF2CA79B640}"/>
          </ac:graphicFrameMkLst>
        </pc:graphicFrameChg>
      </pc:sldChg>
      <pc:sldChg chg="addSp delSp modSp mod">
        <pc:chgData name="wei Chen" userId="5ebad407b67d6c68" providerId="LiveId" clId="{6C5E699C-FA7F-42E4-ADCD-53803454A2AE}" dt="2026-10-22T07:12:40.593" v="447"/>
        <pc:sldMkLst>
          <pc:docMk/>
          <pc:sldMk cId="3977041811" sldId="268"/>
        </pc:sldMkLst>
        <pc:spChg chg="mod">
          <ac:chgData name="wei Chen" userId="5ebad407b67d6c68" providerId="LiveId" clId="{6C5E699C-FA7F-42E4-ADCD-53803454A2AE}" dt="2026-10-21T23:46:19.307" v="11" actId="14100"/>
          <ac:spMkLst>
            <pc:docMk/>
            <pc:sldMk cId="3977041811" sldId="268"/>
            <ac:spMk id="3" creationId="{CEFCF001-7DC0-8ACE-FDEB-10A3D977EAE2}"/>
          </ac:spMkLst>
        </pc:spChg>
      </pc:sldChg>
      <pc:sldChg chg="addSp delSp modSp mod">
        <pc:chgData name="wei Chen" userId="5ebad407b67d6c68" providerId="LiveId" clId="{6C5E699C-FA7F-42E4-ADCD-53803454A2AE}" dt="2026-10-22T07:12:40.592" v="445"/>
        <pc:sldMkLst>
          <pc:docMk/>
          <pc:sldMk cId="2191351222" sldId="269"/>
        </pc:sldMkLst>
        <pc:spChg chg="mod">
          <ac:chgData name="wei Chen" userId="5ebad407b67d6c68" providerId="LiveId" clId="{6C5E699C-FA7F-42E4-ADCD-53803454A2AE}" dt="2026-10-22T07:06:46.703" v="351"/>
          <ac:spMkLst>
            <pc:docMk/>
            <pc:sldMk cId="2191351222" sldId="269"/>
            <ac:spMk id="3" creationId="{9FA10A76-3D34-B562-7E15-D6D52274745C}"/>
          </ac:spMkLst>
        </pc:spChg>
      </pc:sldChg>
      <pc:sldChg chg="addSp delSp modSp mod">
        <pc:chgData name="wei Chen" userId="5ebad407b67d6c68" providerId="LiveId" clId="{6C5E699C-FA7F-42E4-ADCD-53803454A2AE}" dt="2026-10-22T07:12:40.592" v="443"/>
        <pc:sldMkLst>
          <pc:docMk/>
          <pc:sldMk cId="151456803" sldId="270"/>
        </pc:sldMkLst>
        <pc:spChg chg="mod">
          <ac:chgData name="wei Chen" userId="5ebad407b67d6c68" providerId="LiveId" clId="{6C5E699C-FA7F-42E4-ADCD-53803454A2AE}" dt="2026-10-21T23:56:00.734" v="22"/>
          <ac:spMkLst>
            <pc:docMk/>
            <pc:sldMk cId="151456803" sldId="270"/>
            <ac:spMk id="3" creationId="{9B5AB394-FBB9-EA52-850E-2F41CAC86560}"/>
          </ac:spMkLst>
        </pc:spChg>
      </pc:sldChg>
      <pc:sldChg chg="addSp delSp modSp mod">
        <pc:chgData name="wei Chen" userId="5ebad407b67d6c68" providerId="LiveId" clId="{6C5E699C-FA7F-42E4-ADCD-53803454A2AE}" dt="2026-10-22T07:21:53.298" v="450" actId="1076"/>
        <pc:sldMkLst>
          <pc:docMk/>
          <pc:sldMk cId="1850766908" sldId="271"/>
        </pc:sldMkLst>
        <pc:spChg chg="mod">
          <ac:chgData name="wei Chen" userId="5ebad407b67d6c68" providerId="LiveId" clId="{6C5E699C-FA7F-42E4-ADCD-53803454A2AE}" dt="2026-10-22T07:21:53.298" v="450" actId="1076"/>
          <ac:spMkLst>
            <pc:docMk/>
            <pc:sldMk cId="1850766908" sldId="271"/>
            <ac:spMk id="3" creationId="{8C8995C5-C29E-15E0-782B-6837DD44AF60}"/>
          </ac:spMkLst>
        </pc:spChg>
      </pc:sldChg>
      <pc:sldChg chg="addSp delSp modSp mod">
        <pc:chgData name="wei Chen" userId="5ebad407b67d6c68" providerId="LiveId" clId="{6C5E699C-FA7F-42E4-ADCD-53803454A2AE}" dt="2026-10-22T07:12:40.591" v="439"/>
        <pc:sldMkLst>
          <pc:docMk/>
          <pc:sldMk cId="3635295208" sldId="272"/>
        </pc:sldMkLst>
        <pc:spChg chg="mod">
          <ac:chgData name="wei Chen" userId="5ebad407b67d6c68" providerId="LiveId" clId="{6C5E699C-FA7F-42E4-ADCD-53803454A2AE}" dt="2026-10-21T23:56:41.970" v="28"/>
          <ac:spMkLst>
            <pc:docMk/>
            <pc:sldMk cId="3635295208" sldId="272"/>
            <ac:spMk id="3" creationId="{EBE9CE06-6850-0B30-8B73-B0C5FB3273B0}"/>
          </ac:spMkLst>
        </pc:spChg>
      </pc:sldChg>
      <pc:sldChg chg="addSp delSp modSp mod">
        <pc:chgData name="wei Chen" userId="5ebad407b67d6c68" providerId="LiveId" clId="{6C5E699C-FA7F-42E4-ADCD-53803454A2AE}" dt="2026-10-22T07:12:40.591" v="437"/>
        <pc:sldMkLst>
          <pc:docMk/>
          <pc:sldMk cId="3348456558" sldId="273"/>
        </pc:sldMkLst>
        <pc:spChg chg="mod">
          <ac:chgData name="wei Chen" userId="5ebad407b67d6c68" providerId="LiveId" clId="{6C5E699C-FA7F-42E4-ADCD-53803454A2AE}" dt="2026-10-21T23:58:45.162" v="72" actId="20577"/>
          <ac:spMkLst>
            <pc:docMk/>
            <pc:sldMk cId="3348456558" sldId="273"/>
            <ac:spMk id="3" creationId="{1ABA6E99-2D38-E308-E04C-7FE5D0B8A3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EED688-7C80-449A-86FB-4FAA563FE0CC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ABCAC3-0DC7-4089-A025-7F0B0D930B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83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ABCAC3-0DC7-4089-A025-7F0B0D930B9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3012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F98C94-40D3-7052-D0A7-D827CC424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44A695-E9E9-FBD1-FB74-2CC7743AC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C7A194-B6D8-40D4-E33F-ECB80507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1801-413C-430D-BDF9-E68A2CC27702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F28C0E-71DD-8320-15E2-9F7955D6E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FD2CB7-E110-D8DD-3E15-D342FBD44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0B2-A7FE-478E-8A99-072E808F0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7066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D9E53B-FADA-8CEE-40CB-3C0E46852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0A2138-6AFD-031E-5FF8-DAFB89A88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818C33A-B7AF-6969-AC67-403D3B82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1801-413C-430D-BDF9-E68A2CC27702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B07F95-EBC9-0E8F-2F8D-2AAB7B74D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31142F-A4DA-87DA-F9D7-22D0A5187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0B2-A7FE-478E-8A99-072E808F0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038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52999E-6BBB-64DA-D66A-DC51A4F05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F9ACA1-29D9-B486-A9BE-15A47F7B7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E6D984-0AB8-FA6A-D13C-EC27EF89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1801-413C-430D-BDF9-E68A2CC27702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9EAC8D-57C2-275F-964D-882C35E8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31C6A7-D343-0A98-0E2F-0165ABFC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0B2-A7FE-478E-8A99-072E808F0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7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0C08D6-2771-C956-4811-0BBEDB20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704AD1-55F3-D151-E977-91D99D8DB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AB6D465-994A-0E0F-A6E7-6B2AC5598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C77EB3-9814-33AF-3C33-BB9726D19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1801-413C-430D-BDF9-E68A2CC27702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98BF6E7-1248-E82D-BB7E-FB6D134FF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53BCF5-8E70-B71E-2CEB-987586787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0B2-A7FE-478E-8A99-072E808F0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3178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3C1942-7207-E069-A221-25A680322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7BAB3C7-492A-4119-AD30-26A7AA3B7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9DB7FA-9F44-BB88-C117-5DC7D902B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39A6A6C-CD94-229D-F4DF-6D47FF31B6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29BF8B5-3263-DE01-DCCD-3EF6C6B4F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FC2AD6F-B174-24B1-114F-BE02B7BA4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1801-413C-430D-BDF9-E68A2CC27702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E76C333-73E4-D875-6FA1-BE17FD15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852B2DD-A275-6F87-1D83-D2D216D0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0B2-A7FE-478E-8A99-072E808F0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503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75CB74-4197-E050-3583-ADF1F2A0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929A8E9-D31F-6830-56AF-F89D8B12F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1801-413C-430D-BDF9-E68A2CC27702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E80DC71-AE07-E013-004F-8941368C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7301F6D-52C4-CAEB-BE0C-024F8196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0B2-A7FE-478E-8A99-072E808F0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961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E20C92E-1C87-B8ED-5DA5-ECBE1B808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1801-413C-430D-BDF9-E68A2CC27702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36117C6-F07D-A5FF-3FA5-F5931F58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DE6549-20AA-81C3-F2C7-D914E968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0B2-A7FE-478E-8A99-072E808F0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760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C55352-C66D-EA58-DBCE-300C0972D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67B61F-FA42-D158-68FF-4DF97FC60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6B5FDF8-6CA1-5D62-3867-1E1911236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E22B43-0E33-384C-DECC-FAD3B83D4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1801-413C-430D-BDF9-E68A2CC27702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6FB34A8-539A-99E4-65AF-3FEF6BB62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49374B-CC4F-FA38-96F3-3A0793AD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0B2-A7FE-478E-8A99-072E808F0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5117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140788-89B1-2986-648E-FB466C897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0E5D973-4432-1EFD-56F9-6709969A37A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3A1A5B1-287A-D912-4D6F-0513CA825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6CFEFC-B427-6786-ED0A-4AEF72AB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1801-413C-430D-BDF9-E68A2CC27702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84FB2E-F735-E476-5C04-80D08CFB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112E12-622A-523D-7542-C29EAC3D4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0B2-A7FE-478E-8A99-072E808F0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736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6D17F0-CB05-51CA-12FD-E1250742A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753AB8-1616-A3AC-63A6-CF45C6588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596913-98F3-337C-1204-5C92419B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1801-413C-430D-BDF9-E68A2CC27702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7DAF78-8CBD-10B3-C20F-4000133FB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70F8C4-41F4-264C-3A48-4EB23EB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0B2-A7FE-478E-8A99-072E808F0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5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1D8B877-84EC-B24D-17B3-DECCE561C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C62EA25-22AE-FA4F-F885-9B70ACBD8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0E4BFC-6269-48AD-81AE-62149490D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1801-413C-430D-BDF9-E68A2CC27702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F59E53-F659-7A81-9EB9-F9C98453C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B9D5F3-84BC-4B95-DF72-B3DF7964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0B2-A7FE-478E-8A99-072E808F0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559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2F3645C-53B6-EBD0-65AB-34AB26DC0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9DC72F2-65D4-D00F-4AE6-8C0B03193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475DC9-6BC9-8CA2-C1CB-15F785FCE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51801-413C-430D-BDF9-E68A2CC27702}" type="datetimeFigureOut">
              <a:rPr lang="zh-TW" altLang="en-US" smtClean="0"/>
              <a:t>2026/10/25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9342C0-8BB2-AEE4-1D76-8193653A3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0728B5-FA3B-B187-66CC-A015DEA47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DA0B2-A7FE-478E-8A99-072E808F0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651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034DFD0-F129-8A3C-8341-4A54045EE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>
            <a:normAutofit/>
          </a:bodyPr>
          <a:lstStyle/>
          <a:p>
            <a:pPr algn="l"/>
            <a:r>
              <a:rPr lang="zh-TW" altLang="en-US" sz="4000">
                <a:solidFill>
                  <a:schemeClr val="tx2"/>
                </a:solidFill>
              </a:rPr>
              <a:t>特別的海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8F8A7D4-A53C-DE7C-A96C-978AAB164D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65" b="39687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8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副標題 2">
            <a:extLst>
              <a:ext uri="{FF2B5EF4-FFF2-40B4-BE49-F238E27FC236}">
                <a16:creationId xmlns:a16="http://schemas.microsoft.com/office/drawing/2014/main" id="{872998C1-7990-D487-41BD-2D348BC38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zh-TW" altLang="en-US" sz="2000">
                <a:solidFill>
                  <a:schemeClr val="tx2"/>
                </a:solidFill>
              </a:rPr>
              <a:t>五年級 國語 第四課</a:t>
            </a:r>
          </a:p>
        </p:txBody>
      </p:sp>
    </p:spTree>
    <p:extLst>
      <p:ext uri="{BB962C8B-B14F-4D97-AF65-F5344CB8AC3E}">
        <p14:creationId xmlns:p14="http://schemas.microsoft.com/office/powerpoint/2010/main" val="405831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305FDEF-23AF-6512-B8AC-E4566261A4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58" r="25711" b="2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4A902D8-78B9-1379-ACBF-A48FCAC876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01" r="12894" b="-2"/>
          <a:stretch>
            <a:fillRect/>
          </a:stretch>
        </p:blipFill>
        <p:spPr>
          <a:xfrm>
            <a:off x="6195375" y="557189"/>
            <a:ext cx="5674893" cy="574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6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986779A-09DF-67FE-D0F4-7165538B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5852" y="1680017"/>
            <a:ext cx="4360324" cy="349439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zh-TW" altLang="en-US" sz="61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乳白色</a:t>
            </a:r>
            <a:br>
              <a:rPr lang="en-US" altLang="zh-TW" sz="61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br>
              <a:rPr lang="en-US" altLang="zh-TW" sz="61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解釋：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像牛奶一樣白白的顏色。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_x0000_i1025_0">
            <a:extLst>
              <a:ext uri="{FF2B5EF4-FFF2-40B4-BE49-F238E27FC236}">
                <a16:creationId xmlns:a16="http://schemas.microsoft.com/office/drawing/2014/main" id="{B7FA620A-2BCB-94F3-E592-8CA84B5EC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4" b="2"/>
          <a:stretch>
            <a:fillRect/>
          </a:stretch>
        </p:blipFill>
        <p:spPr bwMode="auto">
          <a:xfrm>
            <a:off x="621675" y="623275"/>
            <a:ext cx="5474323" cy="5607882"/>
          </a:xfrm>
          <a:prstGeom prst="rect">
            <a:avLst/>
          </a:prstGeom>
          <a:noFill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53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23AEC82-75F3-B098-DE5E-E8B77D3FE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5852" y="1831366"/>
            <a:ext cx="4360324" cy="300900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zh-TW" altLang="en-US" sz="61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產生</a:t>
            </a:r>
            <a:br>
              <a:rPr lang="en-US" altLang="zh-TW" sz="45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br>
              <a:rPr lang="en-US" altLang="zh-TW" sz="45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解釋：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出現、發生了新的事情或感覺。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_x0000_i1025_6">
            <a:extLst>
              <a:ext uri="{FF2B5EF4-FFF2-40B4-BE49-F238E27FC236}">
                <a16:creationId xmlns:a16="http://schemas.microsoft.com/office/drawing/2014/main" id="{1BA267A3-3002-D1C1-52A9-C5D138970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4" b="2"/>
          <a:stretch>
            <a:fillRect/>
          </a:stretch>
        </p:blipFill>
        <p:spPr bwMode="auto">
          <a:xfrm>
            <a:off x="621675" y="623275"/>
            <a:ext cx="5474323" cy="5607882"/>
          </a:xfrm>
          <a:prstGeom prst="rect">
            <a:avLst/>
          </a:prstGeom>
          <a:noFill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9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0D1A06A-141A-188C-7CFD-607D64B93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5852" y="1680017"/>
            <a:ext cx="4360324" cy="349439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TW" altLang="en-US" sz="5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排列</a:t>
            </a:r>
            <a:br>
              <a:rPr lang="en-US" altLang="zh-TW" sz="55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br>
              <a:rPr lang="en-US" altLang="zh-TW" sz="55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解釋：</a:t>
            </a:r>
            <a:br>
              <a:rPr lang="en-US" altLang="zh-TW" sz="40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依照順序一個接一個排好。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_x0000_i1025_8">
            <a:extLst>
              <a:ext uri="{FF2B5EF4-FFF2-40B4-BE49-F238E27FC236}">
                <a16:creationId xmlns:a16="http://schemas.microsoft.com/office/drawing/2014/main" id="{9A4F52AB-2A77-7EA9-6DB3-EF280EBA7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4" b="2"/>
          <a:stretch>
            <a:fillRect/>
          </a:stretch>
        </p:blipFill>
        <p:spPr bwMode="auto">
          <a:xfrm>
            <a:off x="621675" y="623275"/>
            <a:ext cx="5474323" cy="5607882"/>
          </a:xfrm>
          <a:prstGeom prst="rect">
            <a:avLst/>
          </a:prstGeom>
          <a:noFill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9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CEE6AB6-8AE1-21FB-B03F-410E0329E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5852" y="2048639"/>
            <a:ext cx="4360324" cy="25744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5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呈現</a:t>
            </a:r>
            <a:br>
              <a:rPr lang="en-US" altLang="zh-TW" sz="45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br>
              <a:rPr lang="en-US" altLang="zh-TW" sz="45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解釋：顯現出某種樣子或情景。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_x0000_i1025_16">
            <a:extLst>
              <a:ext uri="{FF2B5EF4-FFF2-40B4-BE49-F238E27FC236}">
                <a16:creationId xmlns:a16="http://schemas.microsoft.com/office/drawing/2014/main" id="{5EAE6526-00D7-326A-7CDC-1E092DE26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" r="2" b="2"/>
          <a:stretch>
            <a:fillRect/>
          </a:stretch>
        </p:blipFill>
        <p:spPr bwMode="auto">
          <a:xfrm>
            <a:off x="621675" y="623275"/>
            <a:ext cx="5474323" cy="5607882"/>
          </a:xfrm>
          <a:prstGeom prst="rect">
            <a:avLst/>
          </a:prstGeom>
          <a:noFill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9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1813CAA-12FE-7F14-67FE-F8932A41F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5852" y="1932299"/>
            <a:ext cx="4360324" cy="280713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zh-TW" altLang="en-US" sz="5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特殊</a:t>
            </a:r>
            <a:br>
              <a:rPr lang="en-US" altLang="zh-TW" sz="45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br>
              <a:rPr lang="en-US" altLang="zh-TW" sz="45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解釋：</a:t>
            </a:r>
            <a:br>
              <a:rPr lang="en-US" altLang="zh-TW" sz="40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很特別，和一般的情況不一樣。</a:t>
            </a:r>
            <a:endParaRPr lang="en-US" altLang="zh-TW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_x0000_i1025_15">
            <a:extLst>
              <a:ext uri="{FF2B5EF4-FFF2-40B4-BE49-F238E27FC236}">
                <a16:creationId xmlns:a16="http://schemas.microsoft.com/office/drawing/2014/main" id="{AB568FA7-D813-41A6-FF57-07BD5907B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" r="2" b="2"/>
          <a:stretch>
            <a:fillRect/>
          </a:stretch>
        </p:blipFill>
        <p:spPr bwMode="auto">
          <a:xfrm>
            <a:off x="621675" y="623275"/>
            <a:ext cx="5474323" cy="5607882"/>
          </a:xfrm>
          <a:prstGeom prst="rect">
            <a:avLst/>
          </a:prstGeom>
          <a:noFill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6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209FC2-1ECD-7166-CBED-50333669B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74" y="379267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zh-TW" altLang="en-US" sz="2000" dirty="0"/>
              <a:t>　　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655955B-F5AE-4A3E-7DC6-0932CC3B5BB2}"/>
              </a:ext>
            </a:extLst>
          </p:cNvPr>
          <p:cNvSpPr txBox="1"/>
          <p:nvPr/>
        </p:nvSpPr>
        <p:spPr>
          <a:xfrm>
            <a:off x="620396" y="1995055"/>
            <a:ext cx="10922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dirty="0">
                <a:solidFill>
                  <a:schemeClr val="tx1"/>
                </a:solidFill>
                <a:effectLst/>
                <a:ea typeface="標楷體" panose="03000509000000000000" pitchFamily="65" charset="-120"/>
                <a:cs typeface="新細明體" panose="02020500000000000000" pitchFamily="18" charset="-120"/>
              </a:rPr>
              <a:t>雨後的森林，</a:t>
            </a:r>
            <a:r>
              <a:rPr lang="zh-TW" altLang="en-US" sz="2000" b="1" dirty="0">
                <a:highlight>
                  <a:srgbClr val="C0C0C0"/>
                </a:highlight>
                <a:ea typeface="標楷體" panose="03000509000000000000" pitchFamily="65" charset="-120"/>
                <a:cs typeface="新細明體" panose="02020500000000000000" pitchFamily="18" charset="-120"/>
              </a:rPr>
              <a:t>（　　　）</a:t>
            </a:r>
            <a:r>
              <a:rPr lang="zh-TW" altLang="zh-TW" sz="2000" dirty="0">
                <a:solidFill>
                  <a:schemeClr val="tx1"/>
                </a:solidFill>
                <a:effectLst/>
                <a:ea typeface="標楷體" panose="03000509000000000000" pitchFamily="65" charset="-120"/>
                <a:cs typeface="新細明體" panose="02020500000000000000" pitchFamily="18" charset="-120"/>
              </a:rPr>
              <a:t>出一片清新的綠色。（意思是：下完雨後，森林看起來綠綠的很乾淨）</a:t>
            </a:r>
            <a:endParaRPr lang="zh-TW" altLang="en-US" sz="2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77577EE-E916-C151-42EE-E12A27B3B9CB}"/>
              </a:ext>
            </a:extLst>
          </p:cNvPr>
          <p:cNvSpPr txBox="1"/>
          <p:nvPr/>
        </p:nvSpPr>
        <p:spPr>
          <a:xfrm>
            <a:off x="620394" y="2975615"/>
            <a:ext cx="13447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dirty="0">
                <a:solidFill>
                  <a:schemeClr val="tx1"/>
                </a:solidFill>
                <a:effectLst/>
                <a:ea typeface="標楷體" panose="03000509000000000000" pitchFamily="65" charset="-120"/>
                <a:cs typeface="新細明體" panose="02020500000000000000" pitchFamily="18" charset="-120"/>
              </a:rPr>
              <a:t>這張椅子的形狀很</a:t>
            </a:r>
            <a:r>
              <a:rPr lang="zh-TW" altLang="en-US" sz="2000" b="1" dirty="0">
                <a:highlight>
                  <a:srgbClr val="C0C0C0"/>
                </a:highlight>
                <a:ea typeface="標楷體" panose="03000509000000000000" pitchFamily="65" charset="-120"/>
                <a:cs typeface="新細明體" panose="02020500000000000000" pitchFamily="18" charset="-120"/>
              </a:rPr>
              <a:t>（　　　） </a:t>
            </a:r>
            <a:r>
              <a:rPr lang="zh-TW" altLang="zh-TW" sz="2000" dirty="0">
                <a:solidFill>
                  <a:schemeClr val="tx1"/>
                </a:solidFill>
                <a:effectLst/>
                <a:ea typeface="標楷體" panose="03000509000000000000" pitchFamily="65" charset="-120"/>
                <a:cs typeface="新細明體" panose="02020500000000000000" pitchFamily="18" charset="-120"/>
              </a:rPr>
              <a:t>，長得像一朵花。（意思是：這張椅子長得很特別，跟別的椅子不同）</a:t>
            </a:r>
            <a:endParaRPr lang="zh-TW" altLang="en-US" sz="2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9D3B673-5AEF-A7B1-A315-B047D248D245}"/>
              </a:ext>
            </a:extLst>
          </p:cNvPr>
          <p:cNvSpPr txBox="1"/>
          <p:nvPr/>
        </p:nvSpPr>
        <p:spPr>
          <a:xfrm>
            <a:off x="620394" y="3956175"/>
            <a:ext cx="131676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dirty="0">
                <a:solidFill>
                  <a:schemeClr val="tx1"/>
                </a:solidFill>
                <a:effectLst/>
                <a:ea typeface="標楷體" panose="03000509000000000000" pitchFamily="65" charset="-120"/>
                <a:cs typeface="新細明體" panose="02020500000000000000" pitchFamily="18" charset="-120"/>
              </a:rPr>
              <a:t>體育課時，老師要求大家按身高</a:t>
            </a:r>
            <a:r>
              <a:rPr lang="zh-TW" altLang="en-US" sz="2000" b="1" dirty="0">
                <a:highlight>
                  <a:srgbClr val="C0C0C0"/>
                </a:highlight>
                <a:ea typeface="標楷體" panose="03000509000000000000" pitchFamily="65" charset="-120"/>
                <a:cs typeface="新細明體" panose="02020500000000000000" pitchFamily="18" charset="-120"/>
              </a:rPr>
              <a:t>（　　　）</a:t>
            </a:r>
            <a:r>
              <a:rPr lang="zh-TW" altLang="zh-TW" sz="2000" dirty="0">
                <a:solidFill>
                  <a:schemeClr val="tx1"/>
                </a:solidFill>
                <a:effectLst/>
                <a:ea typeface="標楷體" panose="03000509000000000000" pitchFamily="65" charset="-120"/>
                <a:cs typeface="新細明體" panose="02020500000000000000" pitchFamily="18" charset="-120"/>
              </a:rPr>
              <a:t>站好。（意思是：老師要大家從矮到高站成一排）</a:t>
            </a:r>
            <a:endParaRPr lang="zh-TW" altLang="en-US" sz="20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54FD3DA-9F71-B199-8F8B-E6B534BC5F1C}"/>
              </a:ext>
            </a:extLst>
          </p:cNvPr>
          <p:cNvSpPr txBox="1"/>
          <p:nvPr/>
        </p:nvSpPr>
        <p:spPr>
          <a:xfrm>
            <a:off x="620394" y="4936735"/>
            <a:ext cx="125983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dirty="0">
                <a:solidFill>
                  <a:schemeClr val="tx1"/>
                </a:solidFill>
                <a:effectLst/>
                <a:ea typeface="標楷體" panose="03000509000000000000" pitchFamily="65" charset="-120"/>
                <a:cs typeface="新細明體" panose="02020500000000000000" pitchFamily="18" charset="-120"/>
              </a:rPr>
              <a:t>兩個人的意見不同，很容易</a:t>
            </a:r>
            <a:r>
              <a:rPr lang="zh-TW" altLang="en-US" sz="2000" b="1" dirty="0">
                <a:highlight>
                  <a:srgbClr val="C0C0C0"/>
                </a:highlight>
                <a:ea typeface="標楷體" panose="03000509000000000000" pitchFamily="65" charset="-120"/>
                <a:cs typeface="新細明體" panose="02020500000000000000" pitchFamily="18" charset="-120"/>
              </a:rPr>
              <a:t>（　　　）</a:t>
            </a:r>
            <a:r>
              <a:rPr lang="zh-TW" altLang="zh-TW" sz="2000" dirty="0">
                <a:solidFill>
                  <a:schemeClr val="tx1"/>
                </a:solidFill>
                <a:effectLst/>
                <a:ea typeface="標楷體" panose="03000509000000000000" pitchFamily="65" charset="-120"/>
                <a:cs typeface="新細明體" panose="02020500000000000000" pitchFamily="18" charset="-120"/>
              </a:rPr>
              <a:t>誤會。（意思是：兩個人想法不一樣，可能會發生誤會）</a:t>
            </a:r>
            <a:endParaRPr lang="zh-TW" altLang="en-US" sz="2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1655A8A-DE73-3374-D26A-67D3522CBC90}"/>
              </a:ext>
            </a:extLst>
          </p:cNvPr>
          <p:cNvSpPr txBox="1"/>
          <p:nvPr/>
        </p:nvSpPr>
        <p:spPr>
          <a:xfrm>
            <a:off x="620393" y="5917295"/>
            <a:ext cx="131676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dirty="0">
                <a:solidFill>
                  <a:schemeClr val="tx1"/>
                </a:solidFill>
                <a:effectLst/>
                <a:ea typeface="標楷體" panose="03000509000000000000" pitchFamily="65" charset="-120"/>
                <a:cs typeface="新細明體" panose="02020500000000000000" pitchFamily="18" charset="-120"/>
              </a:rPr>
              <a:t>牆壁粉刷成</a:t>
            </a:r>
            <a:r>
              <a:rPr lang="zh-TW" altLang="en-US" sz="2000" b="1" dirty="0">
                <a:highlight>
                  <a:srgbClr val="C0C0C0"/>
                </a:highlight>
                <a:ea typeface="標楷體" panose="03000509000000000000" pitchFamily="65" charset="-120"/>
                <a:cs typeface="新細明體" panose="02020500000000000000" pitchFamily="18" charset="-120"/>
              </a:rPr>
              <a:t>（　　　） </a:t>
            </a:r>
            <a:r>
              <a:rPr lang="zh-TW" altLang="zh-TW" sz="2000" dirty="0">
                <a:solidFill>
                  <a:schemeClr val="tx1"/>
                </a:solidFill>
                <a:effectLst/>
                <a:ea typeface="標楷體" panose="03000509000000000000" pitchFamily="65" charset="-120"/>
                <a:cs typeface="新細明體" panose="02020500000000000000" pitchFamily="18" charset="-120"/>
              </a:rPr>
              <a:t>，讓房間變得很明亮。（意思是：牆壁塗成像牛奶般的白色，光線變好了）</a:t>
            </a:r>
            <a:endParaRPr lang="zh-TW" altLang="en-US" sz="20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46A16FD-B0CA-460E-9FB8-27D63842C09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8200" y="841993"/>
            <a:ext cx="990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乳白色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F08B826-AA48-DCB6-34B2-EE6A303B40E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093831" y="841993"/>
            <a:ext cx="7081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產生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226CB68-2983-647A-FD2B-8B979F6132D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971876" y="841993"/>
            <a:ext cx="710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排列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323A657-514B-1ADC-5817-33674F3748D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031550" y="841993"/>
            <a:ext cx="710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呈現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B79A797-4718-AC69-7FF2-C06C3B6CAF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58379" y="841993"/>
            <a:ext cx="8058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特殊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945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51171EE-2026-C6AB-3636-2CF2CA79B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937335"/>
              </p:ext>
            </p:extLst>
          </p:nvPr>
        </p:nvGraphicFramePr>
        <p:xfrm>
          <a:off x="1062182" y="544945"/>
          <a:ext cx="10381673" cy="5384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981">
                  <a:extLst>
                    <a:ext uri="{9D8B030D-6E8A-4147-A177-3AD203B41FA5}">
                      <a16:colId xmlns:a16="http://schemas.microsoft.com/office/drawing/2014/main" val="3885611757"/>
                    </a:ext>
                  </a:extLst>
                </a:gridCol>
                <a:gridCol w="4258846">
                  <a:extLst>
                    <a:ext uri="{9D8B030D-6E8A-4147-A177-3AD203B41FA5}">
                      <a16:colId xmlns:a16="http://schemas.microsoft.com/office/drawing/2014/main" val="3247418670"/>
                    </a:ext>
                  </a:extLst>
                </a:gridCol>
                <a:gridCol w="4258846">
                  <a:extLst>
                    <a:ext uri="{9D8B030D-6E8A-4147-A177-3AD203B41FA5}">
                      <a16:colId xmlns:a16="http://schemas.microsoft.com/office/drawing/2014/main" val="1224017929"/>
                    </a:ext>
                  </a:extLst>
                </a:gridCol>
              </a:tblGrid>
              <a:tr h="1139393">
                <a:tc>
                  <a:txBody>
                    <a:bodyPr/>
                    <a:lstStyle/>
                    <a:p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牛奶海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方格海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957156"/>
                  </a:ext>
                </a:extLst>
              </a:tr>
              <a:tr h="11393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地點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宜蘭龜山島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馬祖西莒島、金門貴山海灘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936639"/>
                  </a:ext>
                </a:extLst>
              </a:tr>
              <a:tr h="113939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特別的地方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乳白色、有特殊的氣味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海面呈現方格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600098"/>
                  </a:ext>
                </a:extLst>
              </a:tr>
              <a:tr h="196662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成因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海底熱泉碰到海水產生的白色物質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不同方向的海浪交會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820301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4D4978B-3463-9908-0420-5A970CF774B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83000" y="1948871"/>
            <a:ext cx="2743200" cy="6834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CE0936-B96E-3E68-7295-747BC96909E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405254" y="1948872"/>
            <a:ext cx="3881581" cy="6834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64458F-4B5D-3D67-EE77-03E8274957C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484418" y="3087253"/>
            <a:ext cx="3140364" cy="6834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53B147-672B-99BA-6134-A686309DDEE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855528" y="3087253"/>
            <a:ext cx="3061854" cy="6834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020E2B-AAC5-3315-A5F2-6E0853A0128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61855" y="4491182"/>
            <a:ext cx="3985490" cy="8843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D29C69-2D8A-26CD-7EC5-899E79CC61A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64764" y="4591627"/>
            <a:ext cx="3052618" cy="6834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5685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79A53C-3D30-EF0F-0C5F-9F7132355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zh-TW" altLang="zh-TW" sz="5400" dirty="0"/>
              <a:t>寶寶與媽媽島</a:t>
            </a:r>
            <a:endParaRPr lang="zh-TW" altLang="en-US" sz="5400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FCF001-7DC0-8ACE-FDEB-10A3D977E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671622" cy="3320668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：古時候的字形，上面是一隻媽媽的手，下面是一個小寶寶。媽媽抱著寶寶餵他喝母奶，所以就是「乳汁」或「餵奶」的意思。</a:t>
            </a:r>
          </a:p>
          <a:p>
            <a:r>
              <a:rPr lang="en-US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：上面像一間屋子，下面是「生」字（代表小草生長）。意思是小寶寶在屋子裡出生了，後來演變成「生出寶寶」或「製作出東西」。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_x0000_i1030_1">
            <a:extLst>
              <a:ext uri="{FF2B5EF4-FFF2-40B4-BE49-F238E27FC236}">
                <a16:creationId xmlns:a16="http://schemas.microsoft.com/office/drawing/2014/main" id="{76EB4D5A-262A-2A94-027C-AEA586B4A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977041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F6C527D-6A51-46F0-0C07-7FF19649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zh-TW" altLang="zh-TW" sz="5400" dirty="0">
                <a:latin typeface="+mj-ea"/>
              </a:rPr>
              <a:t>水娃娃大集合島</a:t>
            </a:r>
            <a:endParaRPr lang="zh-TW" altLang="en-US" sz="5400" dirty="0">
              <a:latin typeface="+mj-ea"/>
            </a:endParaRPr>
          </a:p>
        </p:txBody>
      </p:sp>
      <p:sp>
        <p:nvSpPr>
          <p:cNvPr id="8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A10A76-3D34-B562-7E15-D6D522747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863" y="2302824"/>
            <a:ext cx="7103165" cy="3678816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：左邊是水（氵），右邊是「宣」（有散開的意思）。就像把毛筆沾水和墨汁，在紙上慢慢「渲染、散開」的漂亮畫面。</a:t>
            </a:r>
          </a:p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：左邊是水（氵），右邊是「參」（像無數的小水滴）。意思是水從地上一點一點「慢慢泡進去、漏進去」。</a:t>
            </a:r>
          </a:p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：上面是拿來把東西黏起來的濃湯（將），下面是水。合起來就是「稠稠的、濃濃的液體」，像豆漿、米漿。</a:t>
            </a:r>
          </a:p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：上面像是一塊大石頭，下面是水流。意思是乾淨的水從石頭縫隙裡「源源不絕地流出來」，就是溫泉、泉水。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：左邊是水（氵），右邊是「張」（拉開、變大）。意思就是水變多了、滿出來了，像河水暴漲。</a:t>
            </a:r>
          </a:p>
        </p:txBody>
      </p:sp>
      <p:pic>
        <p:nvPicPr>
          <p:cNvPr id="4" name="_x0000_i1030_2">
            <a:extLst>
              <a:ext uri="{FF2B5EF4-FFF2-40B4-BE49-F238E27FC236}">
                <a16:creationId xmlns:a16="http://schemas.microsoft.com/office/drawing/2014/main" id="{30613600-157B-7209-3A95-97438678B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5" r="-3" b="-3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1351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659C106-626E-9734-A879-40C1C9DB0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zh-TW" altLang="zh-TW" sz="5400"/>
              <a:t>動物與自然島</a:t>
            </a:r>
            <a:endParaRPr lang="zh-TW" altLang="en-US" sz="540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5AB394-FBB9-EA52-850E-2F41CAC86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16" y="2566634"/>
            <a:ext cx="7021840" cy="3370808"/>
          </a:xfrm>
        </p:spPr>
        <p:txBody>
          <a:bodyPr>
            <a:normAutofit fontScale="92500"/>
          </a:bodyPr>
          <a:lstStyle/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：上面是鼻子（自），下面是狗狗（犬）。因為狗狗的鼻子最靈敏，所以這個字本來是用鼻子聞味道。現在多指「難聞的氣味（ㄔㄡˋ）」或特定的氣味（ㄒㄧㄡˋ，如銅臭味）。</a:t>
            </a:r>
          </a:p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：上面是網子（罒），下面是一隻小鳥（隹）。意思是拿網子去「捕捉小鳥」，後來指像網子一樣「排得很整齊」。</a:t>
            </a:r>
          </a:p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：上面是亮晶晶的火光，下面是昆蟲（虫）。會在晚上發出亮光的昆蟲，就是「螢火蟲」。</a:t>
            </a:r>
          </a:p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：左邊是一隻會彎曲身體的野獸（豸），右邊是人的臉（皃）。合起來是指人或動物表現出來的「長相」或「態度」。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_x0000_i1030_3">
            <a:extLst>
              <a:ext uri="{FF2B5EF4-FFF2-40B4-BE49-F238E27FC236}">
                <a16:creationId xmlns:a16="http://schemas.microsoft.com/office/drawing/2014/main" id="{27D89D7C-C07D-966E-9F94-365201D23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7" r="965" b="-3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1456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A84030A-E187-3689-DF63-CDACFA982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zh-TW" altLang="zh-TW" sz="4600" dirty="0"/>
              <a:t>亮光與屋子島</a:t>
            </a:r>
            <a:endParaRPr lang="zh-TW" altLang="en-US" sz="4600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8995C5-C29E-15E0-782B-6837DD44A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124" y="2915457"/>
            <a:ext cx="4600514" cy="3320668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：這個字長得就像古時候老房子的煙囪。屋頂上有一格一格的窗戶，讓煮飯的煙可以排出去。</a:t>
            </a:r>
          </a:p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：左邊是光芒（羽，代表鳥翅膀閃爍），右邊是照亮（隹）。形容光芒非常刺眼、很「閃耀」的樣子。</a:t>
            </a:r>
          </a:p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：左邊是眼睛（目），右邊是「玄」（黑黑的、看不清）。眼睛看到黑黑的、轉來轉去，就是頭暈「眼睛看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不清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、頭暈目眩」。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_x0000_i1030_4">
            <a:extLst>
              <a:ext uri="{FF2B5EF4-FFF2-40B4-BE49-F238E27FC236}">
                <a16:creationId xmlns:a16="http://schemas.microsoft.com/office/drawing/2014/main" id="{53F9C0DD-EDF9-B999-3C90-5611D99E2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850766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0AFF338-A1CA-7483-6FF7-3A3CC71DC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 fontScale="90000"/>
          </a:bodyPr>
          <a:lstStyle/>
          <a:p>
            <a:r>
              <a:rPr lang="en-US" altLang="zh-TW" sz="5400" dirty="0">
                <a:latin typeface="標楷體" panose="03000509000000000000" pitchFamily="65" charset="-120"/>
                <a:ea typeface="標楷體" panose="03000509000000000000" pitchFamily="65" charset="-120"/>
              </a:rPr>
              <a:t>5. </a:t>
            </a:r>
            <a:r>
              <a:rPr lang="zh-TW" altLang="zh-TW" sz="5400" dirty="0">
                <a:latin typeface="標楷體" panose="03000509000000000000" pitchFamily="65" charset="-120"/>
                <a:ea typeface="標楷體" panose="03000509000000000000" pitchFamily="65" charset="-120"/>
              </a:rPr>
              <a:t>排排隊與分開島（列、殊）</a:t>
            </a:r>
            <a:endParaRPr lang="zh-TW" altLang="en-US" sz="5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E9CE06-6850-0B30-8B73-B0C5FB327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br>
              <a:rPr lang="zh-TW" altLang="zh-TW" sz="22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zh-TW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左邊是骨頭，右邊是小刀（刂）。用小刀把東西一個一個切開，排得整整齊齊，就是「排隊、排列」。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： </a:t>
            </a:r>
            <a:r>
              <a:rPr lang="zh-TW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「左邊一個歹，右邊一個朱，合起來就是殊。」。因為跟大家都不一樣，所以叫「特殊」、「特別」。</a:t>
            </a:r>
          </a:p>
          <a:p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0B399E-3D56-7679-4EF2-6166CAC5E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35295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78FDFF8-4570-0B59-5419-290242C7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zh-TW" altLang="zh-TW" sz="5400" dirty="0"/>
              <a:t>牽手與說話島</a:t>
            </a:r>
            <a:endParaRPr lang="zh-TW" altLang="en-US" sz="5400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BA6E99-2D38-E308-E04C-7FE5D0B8A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205" y="3248287"/>
            <a:ext cx="4834971" cy="2877210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：左邊是人，右邊是絲線（系</a:t>
            </a:r>
            <a:r>
              <a:rPr lang="zh-TW" altLang="zh-TW" sz="2000">
                <a:latin typeface="標楷體" panose="03000509000000000000" pitchFamily="65" charset="-120"/>
                <a:ea typeface="標楷體" panose="03000509000000000000" pitchFamily="65" charset="-120"/>
              </a:rPr>
              <a:t>）。用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絲線把兩個人緊緊綁在一起，代表他們「有關係」、互相連著。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：上面是口（說話），下面是挺直身體的人（壬）。一個人恭敬地站著，把話說給上面的人聽，意思是「呈現、給你看」。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_x0000_i1025_6">
            <a:extLst>
              <a:ext uri="{FF2B5EF4-FFF2-40B4-BE49-F238E27FC236}">
                <a16:creationId xmlns:a16="http://schemas.microsoft.com/office/drawing/2014/main" id="{3C5E4605-3974-88C0-F6D8-C085C4F25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3484565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MOVABLEASSETSTAG" val="{&quot;version&quot;:&quot;v1.0&quot;,&quot;cPMovableAssetsMeta&quot;:&quot;CPMovableAssetsMeta&quot;,&quot;id&quot;:&quot;4ae94f5b-3385-4e55-a734-7de5bcb97ea2&quot;,&quot;location&quot;:{&quot;IsEmpty&quot;:false,&quot;X&quot;:66.0,&quot;Y&quot;:66.29866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MOVABLEASSETSTAG" val="{&quot;version&quot;:&quot;v1.0&quot;,&quot;cPMovableAssetsMeta&quot;:&quot;CPMovableAssetsMeta&quot;,&quot;id&quot;:&quot;b6511ade-a86f-4c30-a7ee-5a9e469844e2&quot;,&quot;location&quot;:{&quot;IsEmpty&quot;:false,&quot;X&quot;:243.608734,&quot;Y&quot;:66.29866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MOVABLEASSETSTAG" val="{&quot;version&quot;:&quot;v1.0&quot;,&quot;cPMovableAssetsMeta&quot;:&quot;CPMovableAssetsMeta&quot;,&quot;id&quot;:&quot;d2f7a598-5116-4986-ae52-6e0a75df988c&quot;,&quot;location&quot;:{&quot;IsEmpty&quot;:false,&quot;X&quot;:391.4863,&quot;Y&quot;:66.29866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MOVABLEASSETSTAG" val="{&quot;version&quot;:&quot;v1.0&quot;,&quot;cPMovableAssetsMeta&quot;:&quot;CPMovableAssetsMeta&quot;,&quot;id&quot;:&quot;68ae458a-7489-42a7-9fec-a727f678018f&quot;,&quot;location&quot;:{&quot;IsEmpty&quot;:false,&quot;X&quot;:317.4449,&quot;Y&quot;:66.29866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MOVABLEASSETSTAG" val="{&quot;version&quot;:&quot;v1.0&quot;,&quot;cPMovableAssetsMeta&quot;:&quot;CPMovableAssetsMeta&quot;,&quot;id&quot;:&quot;db472eeb-aee8-41bf-aa4d-a332ec4b8452&quot;,&quot;location&quot;:{&quot;IsEmpty&quot;:false,&quot;X&quot;:162.077087,&quot;Y&quot;:66.29866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MOVABLEASSETSTAG" val="{&quot;version&quot;:&quot;v1.0&quot;,&quot;cPMovableAssetsMeta&quot;:&quot;CPMovableAssetsMeta&quot;,&quot;id&quot;:&quot;9c44530b-3377-4243-a9bc-c5a801078731&quot;,&quot;location&quot;:{&quot;IsEmpty&quot;:false,&quot;X&quot;:290.0,&quot;Y&quot;:153.4544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MOVABLEASSETSTAG" val="{&quot;version&quot;:&quot;v1.0&quot;,&quot;cPMovableAssetsMeta&quot;:&quot;CPMovableAssetsMeta&quot;,&quot;id&quot;:&quot;826e5a11-ca7b-40ef-a0b5-005bb1060627&quot;,&quot;location&quot;:{&quot;IsEmpty&quot;:false,&quot;X&quot;:583.0909,&quot;Y&quot;:153.454483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MOVABLEASSETSTAG" val="{&quot;version&quot;:&quot;v1.0&quot;,&quot;cPMovableAssetsMeta&quot;:&quot;CPMovableAssetsMeta&quot;,&quot;id&quot;:&quot;0b2872f5-1b81-4e20-9ef1-a22d550ab46b&quot;,&quot;location&quot;:{&quot;IsEmpty&quot;:false,&quot;X&quot;:274.363617,&quot;Y&quot;:243.09079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MOVABLEASSETSTAG" val="{&quot;version&quot;:&quot;v1.0&quot;,&quot;cPMovableAssetsMeta&quot;:&quot;CPMovableAssetsMeta&quot;,&quot;id&quot;:&quot;a866a622-2a85-4e5c-8e4e-eea8524f863e&quot;,&quot;location&quot;:{&quot;IsEmpty&quot;:false,&quot;X&quot;:618.545532,&quot;Y&quot;:243.09079}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MOVABLEASSETSTAG" val="{&quot;version&quot;:&quot;v1.0&quot;,&quot;cPMovableAssetsMeta&quot;:&quot;CPMovableAssetsMeta&quot;,&quot;id&quot;:&quot;420b6e07-1389-4556-8469-e0fdc1afa981&quot;,&quot;location&quot;:{&quot;IsEmpty&quot;:false,&quot;X&quot;:241.090942,&quot;Y&quot;:353.636383}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MOVABLEASSETSTAG" val="{&quot;version&quot;:&quot;v1.0&quot;,&quot;cPMovableAssetsMeta&quot;:&quot;CPMovableAssetsMeta&quot;,&quot;id&quot;:&quot;cccb5052-ffb3-4124-88ab-c084b94b5ba3&quot;,&quot;location&quot;:{&quot;IsEmpty&quot;:false,&quot;X&quot;:619.272766,&quot;Y&quot;:361.545441}}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1029</Words>
  <Application>Microsoft Office PowerPoint</Application>
  <PresentationFormat>寬螢幕</PresentationFormat>
  <Paragraphs>55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新細明體</vt:lpstr>
      <vt:lpstr>標楷體</vt:lpstr>
      <vt:lpstr>Aptos</vt:lpstr>
      <vt:lpstr>Aptos Display</vt:lpstr>
      <vt:lpstr>Arial</vt:lpstr>
      <vt:lpstr>Office 佈景主題</vt:lpstr>
      <vt:lpstr>特別的海</vt:lpstr>
      <vt:lpstr>PowerPoint 簡報</vt:lpstr>
      <vt:lpstr>乳白色  解釋： 像牛奶一樣白白的顏色。</vt:lpstr>
      <vt:lpstr>產生  解釋： 出現、發生了新的事情或感覺。</vt:lpstr>
      <vt:lpstr>排列  解釋： 依照順序一個接一個排好。</vt:lpstr>
      <vt:lpstr>呈現  解釋：顯現出某種樣子或情景。</vt:lpstr>
      <vt:lpstr>特殊  解釋： 很特別，和一般的情況不一樣。</vt:lpstr>
      <vt:lpstr>　　</vt:lpstr>
      <vt:lpstr>PowerPoint 簡報</vt:lpstr>
      <vt:lpstr>寶寶與媽媽島</vt:lpstr>
      <vt:lpstr>水娃娃大集合島</vt:lpstr>
      <vt:lpstr>動物與自然島</vt:lpstr>
      <vt:lpstr>亮光與屋子島</vt:lpstr>
      <vt:lpstr>5. 排排隊與分開島（列、殊）</vt:lpstr>
      <vt:lpstr>牽手與說話島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 Chen</dc:creator>
  <cp:lastModifiedBy>wei Chen</cp:lastModifiedBy>
  <cp:revision>1</cp:revision>
  <dcterms:created xsi:type="dcterms:W3CDTF">2026-10-21T20:03:24Z</dcterms:created>
  <dcterms:modified xsi:type="dcterms:W3CDTF">2026-10-25T15:22:21Z</dcterms:modified>
</cp:coreProperties>
</file>